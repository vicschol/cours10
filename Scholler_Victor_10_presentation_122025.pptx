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3"/>
  </p:notesMasterIdLst>
  <p:sldIdLst>
    <p:sldId id="256" r:id="rId2"/>
    <p:sldId id="259" r:id="rId3"/>
    <p:sldId id="276" r:id="rId4"/>
    <p:sldId id="260" r:id="rId5"/>
    <p:sldId id="275" r:id="rId6"/>
    <p:sldId id="281" r:id="rId7"/>
    <p:sldId id="277" r:id="rId8"/>
    <p:sldId id="279" r:id="rId9"/>
    <p:sldId id="278" r:id="rId10"/>
    <p:sldId id="280" r:id="rId11"/>
    <p:sldId id="282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D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18" autoAdjust="0"/>
    <p:restoredTop sz="85434" autoAdjust="0"/>
  </p:normalViewPr>
  <p:slideViewPr>
    <p:cSldViewPr snapToGrid="0">
      <p:cViewPr varScale="1">
        <p:scale>
          <a:sx n="86" d="100"/>
          <a:sy n="86" d="100"/>
        </p:scale>
        <p:origin x="84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31CDB6-055F-4199-A141-0A2F8860D8E9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3933E45-FF14-456F-A20A-708A6A80AF0C}">
      <dgm:prSet custT="1"/>
      <dgm:spPr/>
      <dgm:t>
        <a:bodyPr/>
        <a:lstStyle/>
        <a:p>
          <a:pPr algn="just">
            <a:defRPr b="1"/>
          </a:pPr>
          <a:r>
            <a:rPr lang="fr-FR" sz="2100" b="0" dirty="0"/>
            <a:t>Indexer.py :</a:t>
          </a:r>
        </a:p>
        <a:p>
          <a:pPr algn="just">
            <a:defRPr b="1"/>
          </a:pPr>
          <a:endParaRPr lang="fr-FR" sz="2100" b="0" dirty="0"/>
        </a:p>
        <a:p>
          <a:pPr algn="just">
            <a:defRPr b="1"/>
          </a:pPr>
          <a:r>
            <a:rPr lang="en-US" sz="1600" b="0" dirty="0"/>
            <a:t>-</a:t>
          </a:r>
          <a:r>
            <a:rPr lang="en-US" sz="1600" b="1" dirty="0"/>
            <a:t>utils.data_loader.py </a:t>
          </a:r>
          <a:r>
            <a:rPr lang="en-US" sz="1600" b="0" dirty="0"/>
            <a:t>→ validation Pydandic des données à l’aide de la classe DocumentChunk dans schemas.py</a:t>
          </a:r>
        </a:p>
        <a:p>
          <a:pPr algn="just">
            <a:defRPr b="1"/>
          </a:pPr>
          <a:endParaRPr lang="en-US" sz="1600" b="0" dirty="0"/>
        </a:p>
        <a:p>
          <a:pPr algn="just">
            <a:defRPr b="1"/>
          </a:pPr>
          <a:r>
            <a:rPr lang="en-US" sz="1600" b="0" dirty="0"/>
            <a:t>-</a:t>
          </a:r>
          <a:r>
            <a:rPr lang="en-US" sz="1600" b="1" dirty="0"/>
            <a:t>utils.vector_store.py </a:t>
          </a:r>
          <a:r>
            <a:rPr lang="en-US" sz="1600" b="0" dirty="0"/>
            <a:t>→ validation Pydandic des données vectorisées de la classe </a:t>
          </a:r>
          <a:r>
            <a:rPr lang="fr-FR" sz="1600" b="0" dirty="0"/>
            <a:t>IndexedChunk</a:t>
          </a:r>
          <a:r>
            <a:rPr lang="en-US" sz="1600" b="0" dirty="0"/>
            <a:t> dans schemas.py</a:t>
          </a:r>
        </a:p>
        <a:p>
          <a:pPr algn="ctr"/>
          <a:endParaRPr lang="en-US" sz="2100" dirty="0"/>
        </a:p>
      </dgm:t>
    </dgm:pt>
    <dgm:pt modelId="{66A146DA-F88D-46F6-A535-A1347C9E5192}" type="sibTrans" cxnId="{BD87CF2F-FA00-4DAF-A7DC-6C3FA2E78679}">
      <dgm:prSet/>
      <dgm:spPr/>
      <dgm:t>
        <a:bodyPr/>
        <a:lstStyle/>
        <a:p>
          <a:endParaRPr lang="en-US"/>
        </a:p>
      </dgm:t>
    </dgm:pt>
    <dgm:pt modelId="{F72765A5-A0AA-488E-AFC6-ABEF674773DA}" type="parTrans" cxnId="{BD87CF2F-FA00-4DAF-A7DC-6C3FA2E78679}">
      <dgm:prSet/>
      <dgm:spPr/>
      <dgm:t>
        <a:bodyPr/>
        <a:lstStyle/>
        <a:p>
          <a:endParaRPr lang="en-US"/>
        </a:p>
      </dgm:t>
    </dgm:pt>
    <dgm:pt modelId="{3BF8CCBD-91A7-40BA-948F-44C7C64CB312}" type="pres">
      <dgm:prSet presAssocID="{4331CDB6-055F-4199-A141-0A2F8860D8E9}" presName="outerComposite" presStyleCnt="0">
        <dgm:presLayoutVars>
          <dgm:chMax val="5"/>
          <dgm:dir/>
          <dgm:resizeHandles val="exact"/>
        </dgm:presLayoutVars>
      </dgm:prSet>
      <dgm:spPr/>
    </dgm:pt>
    <dgm:pt modelId="{6FFFC0A0-1324-4B4D-99F5-FAF4F1ECF3BB}" type="pres">
      <dgm:prSet presAssocID="{4331CDB6-055F-4199-A141-0A2F8860D8E9}" presName="dummyMaxCanvas" presStyleCnt="0">
        <dgm:presLayoutVars/>
      </dgm:prSet>
      <dgm:spPr/>
    </dgm:pt>
    <dgm:pt modelId="{35DC6C1A-8945-4766-959A-568C77781070}" type="pres">
      <dgm:prSet presAssocID="{4331CDB6-055F-4199-A141-0A2F8860D8E9}" presName="OneNode_1" presStyleLbl="node1" presStyleIdx="0" presStyleCnt="1" custScaleY="200000">
        <dgm:presLayoutVars>
          <dgm:bulletEnabled val="1"/>
        </dgm:presLayoutVars>
      </dgm:prSet>
      <dgm:spPr/>
    </dgm:pt>
  </dgm:ptLst>
  <dgm:cxnLst>
    <dgm:cxn modelId="{BD87CF2F-FA00-4DAF-A7DC-6C3FA2E78679}" srcId="{4331CDB6-055F-4199-A141-0A2F8860D8E9}" destId="{B3933E45-FF14-456F-A20A-708A6A80AF0C}" srcOrd="0" destOrd="0" parTransId="{F72765A5-A0AA-488E-AFC6-ABEF674773DA}" sibTransId="{66A146DA-F88D-46F6-A535-A1347C9E5192}"/>
    <dgm:cxn modelId="{4E14EF49-CC06-497E-B06D-62C85A5CB21E}" type="presOf" srcId="{4331CDB6-055F-4199-A141-0A2F8860D8E9}" destId="{3BF8CCBD-91A7-40BA-948F-44C7C64CB312}" srcOrd="0" destOrd="0" presId="urn:microsoft.com/office/officeart/2005/8/layout/vProcess5"/>
    <dgm:cxn modelId="{E13C22EA-9829-4DF8-931D-FA5E728957A7}" type="presOf" srcId="{B3933E45-FF14-456F-A20A-708A6A80AF0C}" destId="{35DC6C1A-8945-4766-959A-568C77781070}" srcOrd="0" destOrd="0" presId="urn:microsoft.com/office/officeart/2005/8/layout/vProcess5"/>
    <dgm:cxn modelId="{E9ABE01A-7996-4686-89BA-0916236E963D}" type="presParOf" srcId="{3BF8CCBD-91A7-40BA-948F-44C7C64CB312}" destId="{6FFFC0A0-1324-4B4D-99F5-FAF4F1ECF3BB}" srcOrd="0" destOrd="0" presId="urn:microsoft.com/office/officeart/2005/8/layout/vProcess5"/>
    <dgm:cxn modelId="{A35C11E7-65E3-49B6-909F-5A89CB8D3EBF}" type="presParOf" srcId="{3BF8CCBD-91A7-40BA-948F-44C7C64CB312}" destId="{35DC6C1A-8945-4766-959A-568C77781070}" srcOrd="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5F54DC-6826-4ED1-A0DF-6209C93D51BB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08B34F2-8BB7-416F-A13F-5B81E4966E78}">
      <dgm:prSet/>
      <dgm:spPr/>
      <dgm:t>
        <a:bodyPr/>
        <a:lstStyle/>
        <a:p>
          <a:r>
            <a:rPr lang="fr-FR"/>
            <a:t>Création de « </a:t>
          </a:r>
          <a:r>
            <a:rPr lang="fr-FR" i="1"/>
            <a:t>eval_dataset.json »</a:t>
          </a:r>
          <a:r>
            <a:rPr lang="fr-FR"/>
            <a:t> : 5 questions composées de:</a:t>
          </a:r>
          <a:endParaRPr lang="en-US"/>
        </a:p>
      </dgm:t>
    </dgm:pt>
    <dgm:pt modelId="{A6E78C01-F507-4539-8BAC-B153386C7A56}" type="parTrans" cxnId="{B6E25127-6ECC-4A4F-BCD0-7B0F94D56A6E}">
      <dgm:prSet/>
      <dgm:spPr/>
      <dgm:t>
        <a:bodyPr/>
        <a:lstStyle/>
        <a:p>
          <a:endParaRPr lang="en-US"/>
        </a:p>
      </dgm:t>
    </dgm:pt>
    <dgm:pt modelId="{910515A3-B3CB-458E-86B0-4DBA73199867}" type="sibTrans" cxnId="{B6E25127-6ECC-4A4F-BCD0-7B0F94D56A6E}">
      <dgm:prSet/>
      <dgm:spPr/>
      <dgm:t>
        <a:bodyPr/>
        <a:lstStyle/>
        <a:p>
          <a:endParaRPr lang="en-US"/>
        </a:p>
      </dgm:t>
    </dgm:pt>
    <dgm:pt modelId="{CCE6A473-6EE0-4739-BDEA-6687B0FC0E72}">
      <dgm:prSet/>
      <dgm:spPr/>
      <dgm:t>
        <a:bodyPr/>
        <a:lstStyle/>
        <a:p>
          <a:r>
            <a:rPr lang="fr-FR" dirty="0"/>
            <a:t>une question</a:t>
          </a:r>
          <a:endParaRPr lang="en-US" dirty="0"/>
        </a:p>
      </dgm:t>
    </dgm:pt>
    <dgm:pt modelId="{E7117E84-1877-41B5-A6E8-5785F0D0D8AA}" type="parTrans" cxnId="{4386A4A3-7470-40D2-B92D-CA3EDBA1B207}">
      <dgm:prSet/>
      <dgm:spPr/>
      <dgm:t>
        <a:bodyPr/>
        <a:lstStyle/>
        <a:p>
          <a:endParaRPr lang="en-US"/>
        </a:p>
      </dgm:t>
    </dgm:pt>
    <dgm:pt modelId="{E6C68395-19A6-49F7-AA5B-7F5BCEEA7A27}" type="sibTrans" cxnId="{4386A4A3-7470-40D2-B92D-CA3EDBA1B207}">
      <dgm:prSet/>
      <dgm:spPr/>
      <dgm:t>
        <a:bodyPr/>
        <a:lstStyle/>
        <a:p>
          <a:endParaRPr lang="en-US"/>
        </a:p>
      </dgm:t>
    </dgm:pt>
    <dgm:pt modelId="{E6E1B5CA-C898-4BE6-8A55-74B79126D1AA}">
      <dgm:prSet/>
      <dgm:spPr/>
      <dgm:t>
        <a:bodyPr/>
        <a:lstStyle/>
        <a:p>
          <a:r>
            <a:rPr lang="fr-FR" dirty="0"/>
            <a:t>une réponse de référence (</a:t>
          </a:r>
          <a:r>
            <a:rPr lang="fr-FR" dirty="0" err="1"/>
            <a:t>ground_truth</a:t>
          </a:r>
          <a:r>
            <a:rPr lang="fr-FR" dirty="0"/>
            <a:t>)</a:t>
          </a:r>
          <a:endParaRPr lang="en-US" dirty="0"/>
        </a:p>
      </dgm:t>
    </dgm:pt>
    <dgm:pt modelId="{DECF546F-E8AF-4735-8501-928C010751A5}" type="parTrans" cxnId="{06927E01-48A9-49E2-B1B8-A5A62F3F8096}">
      <dgm:prSet/>
      <dgm:spPr/>
      <dgm:t>
        <a:bodyPr/>
        <a:lstStyle/>
        <a:p>
          <a:endParaRPr lang="en-US"/>
        </a:p>
      </dgm:t>
    </dgm:pt>
    <dgm:pt modelId="{EDC6755D-FE83-41C9-AF7C-6016A1108793}" type="sibTrans" cxnId="{06927E01-48A9-49E2-B1B8-A5A62F3F8096}">
      <dgm:prSet/>
      <dgm:spPr/>
      <dgm:t>
        <a:bodyPr/>
        <a:lstStyle/>
        <a:p>
          <a:endParaRPr lang="en-US"/>
        </a:p>
      </dgm:t>
    </dgm:pt>
    <dgm:pt modelId="{E6293A57-99BF-4794-A063-96CF7F60E532}">
      <dgm:prSet/>
      <dgm:spPr/>
      <dgm:t>
        <a:bodyPr/>
        <a:lstStyle/>
        <a:p>
          <a:r>
            <a:rPr lang="fr-FR"/>
            <a:t>Chargement du JSON</a:t>
          </a:r>
          <a:endParaRPr lang="en-US"/>
        </a:p>
      </dgm:t>
    </dgm:pt>
    <dgm:pt modelId="{E75C9834-98F3-4621-92EF-F3C85747AE76}" type="parTrans" cxnId="{AA9F36D9-F177-4887-AF43-35DA076AEAB9}">
      <dgm:prSet/>
      <dgm:spPr/>
      <dgm:t>
        <a:bodyPr/>
        <a:lstStyle/>
        <a:p>
          <a:endParaRPr lang="en-US"/>
        </a:p>
      </dgm:t>
    </dgm:pt>
    <dgm:pt modelId="{9FBCB6F9-0738-4BB5-AA32-48172F97074C}" type="sibTrans" cxnId="{AA9F36D9-F177-4887-AF43-35DA076AEAB9}">
      <dgm:prSet/>
      <dgm:spPr/>
      <dgm:t>
        <a:bodyPr/>
        <a:lstStyle/>
        <a:p>
          <a:endParaRPr lang="en-US"/>
        </a:p>
      </dgm:t>
    </dgm:pt>
    <dgm:pt modelId="{07DBC11A-ADAC-4A32-B411-915C4F48D6B1}">
      <dgm:prSet/>
      <dgm:spPr/>
      <dgm:t>
        <a:bodyPr/>
        <a:lstStyle/>
        <a:p>
          <a:r>
            <a:rPr lang="fr-FR"/>
            <a:t>Initialisation du vector store avec les index faiss</a:t>
          </a:r>
          <a:endParaRPr lang="en-US"/>
        </a:p>
      </dgm:t>
    </dgm:pt>
    <dgm:pt modelId="{B84907D8-68D8-4DA3-A5FC-0F1378A60E9E}" type="parTrans" cxnId="{AD38C679-CA4D-4D9A-BBB1-AB8FB9045FA1}">
      <dgm:prSet/>
      <dgm:spPr/>
      <dgm:t>
        <a:bodyPr/>
        <a:lstStyle/>
        <a:p>
          <a:endParaRPr lang="en-US"/>
        </a:p>
      </dgm:t>
    </dgm:pt>
    <dgm:pt modelId="{B7583172-23E1-4990-A54D-08EFF44D82A8}" type="sibTrans" cxnId="{AD38C679-CA4D-4D9A-BBB1-AB8FB9045FA1}">
      <dgm:prSet/>
      <dgm:spPr/>
      <dgm:t>
        <a:bodyPr/>
        <a:lstStyle/>
        <a:p>
          <a:endParaRPr lang="en-US"/>
        </a:p>
      </dgm:t>
    </dgm:pt>
    <dgm:pt modelId="{6877A04A-0C92-44D9-A6EB-DFFAE044B631}">
      <dgm:prSet/>
      <dgm:spPr/>
      <dgm:t>
        <a:bodyPr/>
        <a:lstStyle/>
        <a:p>
          <a:r>
            <a:rPr lang="fr-FR"/>
            <a:t>Préparation des données : </a:t>
          </a:r>
          <a:endParaRPr lang="en-US"/>
        </a:p>
      </dgm:t>
    </dgm:pt>
    <dgm:pt modelId="{90D39A2F-7705-43F5-BFFE-EC6DD92F64A6}" type="parTrans" cxnId="{F2A76ABE-4D72-4A9F-ACB1-1DBC7808D100}">
      <dgm:prSet/>
      <dgm:spPr/>
      <dgm:t>
        <a:bodyPr/>
        <a:lstStyle/>
        <a:p>
          <a:endParaRPr lang="en-US"/>
        </a:p>
      </dgm:t>
    </dgm:pt>
    <dgm:pt modelId="{637D78BC-6D0E-4A7E-BBD8-4564FA7671DE}" type="sibTrans" cxnId="{F2A76ABE-4D72-4A9F-ACB1-1DBC7808D100}">
      <dgm:prSet/>
      <dgm:spPr/>
      <dgm:t>
        <a:bodyPr/>
        <a:lstStyle/>
        <a:p>
          <a:endParaRPr lang="en-US"/>
        </a:p>
      </dgm:t>
    </dgm:pt>
    <dgm:pt modelId="{5D3E5991-7840-459B-AE74-35878481A7F1}">
      <dgm:prSet/>
      <dgm:spPr/>
      <dgm:t>
        <a:bodyPr/>
        <a:lstStyle/>
        <a:p>
          <a:r>
            <a:rPr lang="fr-FR"/>
            <a:t>question, </a:t>
          </a:r>
          <a:endParaRPr lang="en-US"/>
        </a:p>
      </dgm:t>
    </dgm:pt>
    <dgm:pt modelId="{7F0E56B0-3608-4393-AA08-24886E4D7D6E}" type="parTrans" cxnId="{952CF201-49BC-4E74-BF05-68AE8D4E789D}">
      <dgm:prSet/>
      <dgm:spPr/>
      <dgm:t>
        <a:bodyPr/>
        <a:lstStyle/>
        <a:p>
          <a:endParaRPr lang="en-US"/>
        </a:p>
      </dgm:t>
    </dgm:pt>
    <dgm:pt modelId="{B3611D71-93E7-4251-BAF8-3D7B3970518F}" type="sibTrans" cxnId="{952CF201-49BC-4E74-BF05-68AE8D4E789D}">
      <dgm:prSet/>
      <dgm:spPr/>
      <dgm:t>
        <a:bodyPr/>
        <a:lstStyle/>
        <a:p>
          <a:endParaRPr lang="en-US"/>
        </a:p>
      </dgm:t>
    </dgm:pt>
    <dgm:pt modelId="{37B52218-077A-4DCB-93CC-0E9BC714F155}">
      <dgm:prSet/>
      <dgm:spPr/>
      <dgm:t>
        <a:bodyPr/>
        <a:lstStyle/>
        <a:p>
          <a:r>
            <a:rPr lang="fr-FR"/>
            <a:t>ground_truth, </a:t>
          </a:r>
          <a:endParaRPr lang="en-US"/>
        </a:p>
      </dgm:t>
    </dgm:pt>
    <dgm:pt modelId="{E20558FE-406A-49DE-ACE4-401C3056E71B}" type="parTrans" cxnId="{BDFECD23-A52B-454A-A2EF-F8535203A47A}">
      <dgm:prSet/>
      <dgm:spPr/>
      <dgm:t>
        <a:bodyPr/>
        <a:lstStyle/>
        <a:p>
          <a:endParaRPr lang="en-US"/>
        </a:p>
      </dgm:t>
    </dgm:pt>
    <dgm:pt modelId="{08DBE2BA-0C7E-4E77-B5CC-57794A243A99}" type="sibTrans" cxnId="{BDFECD23-A52B-454A-A2EF-F8535203A47A}">
      <dgm:prSet/>
      <dgm:spPr/>
      <dgm:t>
        <a:bodyPr/>
        <a:lstStyle/>
        <a:p>
          <a:endParaRPr lang="en-US"/>
        </a:p>
      </dgm:t>
    </dgm:pt>
    <dgm:pt modelId="{BAF647CF-BBEE-46A4-B6EB-68D0ABCDA4E8}">
      <dgm:prSet/>
      <dgm:spPr/>
      <dgm:t>
        <a:bodyPr/>
        <a:lstStyle/>
        <a:p>
          <a:r>
            <a:rPr lang="fr-FR"/>
            <a:t>context (chunks de références),</a:t>
          </a:r>
          <a:endParaRPr lang="en-US"/>
        </a:p>
      </dgm:t>
    </dgm:pt>
    <dgm:pt modelId="{6FEDCD9C-7CA6-4726-A142-FEB5BCBEEDB6}" type="parTrans" cxnId="{A3A999F1-7989-4A45-8DA1-2E392BF63304}">
      <dgm:prSet/>
      <dgm:spPr/>
      <dgm:t>
        <a:bodyPr/>
        <a:lstStyle/>
        <a:p>
          <a:endParaRPr lang="en-US"/>
        </a:p>
      </dgm:t>
    </dgm:pt>
    <dgm:pt modelId="{16937BAA-DB6B-4E0B-BE15-A5A8D74F291C}" type="sibTrans" cxnId="{A3A999F1-7989-4A45-8DA1-2E392BF63304}">
      <dgm:prSet/>
      <dgm:spPr/>
      <dgm:t>
        <a:bodyPr/>
        <a:lstStyle/>
        <a:p>
          <a:endParaRPr lang="en-US"/>
        </a:p>
      </dgm:t>
    </dgm:pt>
    <dgm:pt modelId="{4DBC7F6C-0056-4FBD-BEC5-E9F65EF152B3}">
      <dgm:prSet/>
      <dgm:spPr/>
      <dgm:t>
        <a:bodyPr/>
        <a:lstStyle/>
        <a:p>
          <a:r>
            <a:rPr lang="fr-FR"/>
            <a:t>et les réponses données par le chatbot</a:t>
          </a:r>
          <a:endParaRPr lang="en-US"/>
        </a:p>
      </dgm:t>
    </dgm:pt>
    <dgm:pt modelId="{A54A1247-68EC-484A-9819-1451C00304F1}" type="parTrans" cxnId="{685E3BF4-9F52-45A4-964F-2BC32E011AEE}">
      <dgm:prSet/>
      <dgm:spPr/>
      <dgm:t>
        <a:bodyPr/>
        <a:lstStyle/>
        <a:p>
          <a:endParaRPr lang="en-US"/>
        </a:p>
      </dgm:t>
    </dgm:pt>
    <dgm:pt modelId="{9D86AAE4-66B6-4473-8AB0-DA36E71938F6}" type="sibTrans" cxnId="{685E3BF4-9F52-45A4-964F-2BC32E011AEE}">
      <dgm:prSet/>
      <dgm:spPr/>
      <dgm:t>
        <a:bodyPr/>
        <a:lstStyle/>
        <a:p>
          <a:endParaRPr lang="en-US"/>
        </a:p>
      </dgm:t>
    </dgm:pt>
    <dgm:pt modelId="{23A3B48A-A286-41C0-9A56-53C84FF13879}">
      <dgm:prSet/>
      <dgm:spPr/>
      <dgm:t>
        <a:bodyPr/>
        <a:lstStyle/>
        <a:p>
          <a:r>
            <a:rPr lang="fr-FR"/>
            <a:t>Evaluation RAGAS</a:t>
          </a:r>
          <a:endParaRPr lang="en-US"/>
        </a:p>
      </dgm:t>
    </dgm:pt>
    <dgm:pt modelId="{51C07CE6-9611-4C72-86C7-A5D8D049AB85}" type="parTrans" cxnId="{89E86B41-A208-4631-86E0-EB0EA1E62076}">
      <dgm:prSet/>
      <dgm:spPr/>
      <dgm:t>
        <a:bodyPr/>
        <a:lstStyle/>
        <a:p>
          <a:endParaRPr lang="en-US"/>
        </a:p>
      </dgm:t>
    </dgm:pt>
    <dgm:pt modelId="{5B7A1304-4B8E-44F0-86C9-5BF44076019B}" type="sibTrans" cxnId="{89E86B41-A208-4631-86E0-EB0EA1E62076}">
      <dgm:prSet/>
      <dgm:spPr/>
      <dgm:t>
        <a:bodyPr/>
        <a:lstStyle/>
        <a:p>
          <a:endParaRPr lang="en-US"/>
        </a:p>
      </dgm:t>
    </dgm:pt>
    <dgm:pt modelId="{A3461F25-250A-4701-8B8B-112B56F525BE}" type="pres">
      <dgm:prSet presAssocID="{EF5F54DC-6826-4ED1-A0DF-6209C93D51BB}" presName="linear" presStyleCnt="0">
        <dgm:presLayoutVars>
          <dgm:dir/>
          <dgm:animLvl val="lvl"/>
          <dgm:resizeHandles val="exact"/>
        </dgm:presLayoutVars>
      </dgm:prSet>
      <dgm:spPr/>
    </dgm:pt>
    <dgm:pt modelId="{6A816F9A-705D-4F4B-B9BD-ACCF27329386}" type="pres">
      <dgm:prSet presAssocID="{D08B34F2-8BB7-416F-A13F-5B81E4966E78}" presName="parentLin" presStyleCnt="0"/>
      <dgm:spPr/>
    </dgm:pt>
    <dgm:pt modelId="{BD2A3B89-099B-47A8-8C7A-D6816FDA7335}" type="pres">
      <dgm:prSet presAssocID="{D08B34F2-8BB7-416F-A13F-5B81E4966E78}" presName="parentLeftMargin" presStyleLbl="node1" presStyleIdx="0" presStyleCnt="5"/>
      <dgm:spPr/>
    </dgm:pt>
    <dgm:pt modelId="{D0B87DD1-8218-4363-A8DD-3B246F03BA5E}" type="pres">
      <dgm:prSet presAssocID="{D08B34F2-8BB7-416F-A13F-5B81E4966E7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67D6B7E-DBFD-4F3E-8535-B39FD9C1EE0B}" type="pres">
      <dgm:prSet presAssocID="{D08B34F2-8BB7-416F-A13F-5B81E4966E78}" presName="negativeSpace" presStyleCnt="0"/>
      <dgm:spPr/>
    </dgm:pt>
    <dgm:pt modelId="{B2CC8C4F-FC16-4EA4-811E-64C5E7F469F8}" type="pres">
      <dgm:prSet presAssocID="{D08B34F2-8BB7-416F-A13F-5B81E4966E78}" presName="childText" presStyleLbl="conFgAcc1" presStyleIdx="0" presStyleCnt="5">
        <dgm:presLayoutVars>
          <dgm:bulletEnabled val="1"/>
        </dgm:presLayoutVars>
      </dgm:prSet>
      <dgm:spPr/>
    </dgm:pt>
    <dgm:pt modelId="{24379E28-91E9-4DDD-8212-F883AC612344}" type="pres">
      <dgm:prSet presAssocID="{910515A3-B3CB-458E-86B0-4DBA73199867}" presName="spaceBetweenRectangles" presStyleCnt="0"/>
      <dgm:spPr/>
    </dgm:pt>
    <dgm:pt modelId="{F0D79BE1-1AD6-405D-9A31-424BEFF2674A}" type="pres">
      <dgm:prSet presAssocID="{E6293A57-99BF-4794-A063-96CF7F60E532}" presName="parentLin" presStyleCnt="0"/>
      <dgm:spPr/>
    </dgm:pt>
    <dgm:pt modelId="{20B73116-CA06-4F4A-9500-8D9956C9F76F}" type="pres">
      <dgm:prSet presAssocID="{E6293A57-99BF-4794-A063-96CF7F60E532}" presName="parentLeftMargin" presStyleLbl="node1" presStyleIdx="0" presStyleCnt="5"/>
      <dgm:spPr/>
    </dgm:pt>
    <dgm:pt modelId="{8754E5F9-8415-48A0-B6EB-645BC767C787}" type="pres">
      <dgm:prSet presAssocID="{E6293A57-99BF-4794-A063-96CF7F60E53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FC3EDF8-8CC7-4E53-BA7F-0D5F86710406}" type="pres">
      <dgm:prSet presAssocID="{E6293A57-99BF-4794-A063-96CF7F60E532}" presName="negativeSpace" presStyleCnt="0"/>
      <dgm:spPr/>
    </dgm:pt>
    <dgm:pt modelId="{55C78EFD-586F-4B5F-83AA-B7720B1E82CA}" type="pres">
      <dgm:prSet presAssocID="{E6293A57-99BF-4794-A063-96CF7F60E532}" presName="childText" presStyleLbl="conFgAcc1" presStyleIdx="1" presStyleCnt="5">
        <dgm:presLayoutVars>
          <dgm:bulletEnabled val="1"/>
        </dgm:presLayoutVars>
      </dgm:prSet>
      <dgm:spPr/>
    </dgm:pt>
    <dgm:pt modelId="{80F15D19-0AD4-4B82-8866-E2D4D7C491C3}" type="pres">
      <dgm:prSet presAssocID="{9FBCB6F9-0738-4BB5-AA32-48172F97074C}" presName="spaceBetweenRectangles" presStyleCnt="0"/>
      <dgm:spPr/>
    </dgm:pt>
    <dgm:pt modelId="{579ED0FE-BC0D-4BA3-B38D-4AD0307BA9BA}" type="pres">
      <dgm:prSet presAssocID="{07DBC11A-ADAC-4A32-B411-915C4F48D6B1}" presName="parentLin" presStyleCnt="0"/>
      <dgm:spPr/>
    </dgm:pt>
    <dgm:pt modelId="{AFD69AA9-8E47-413E-8C64-4805E937C906}" type="pres">
      <dgm:prSet presAssocID="{07DBC11A-ADAC-4A32-B411-915C4F48D6B1}" presName="parentLeftMargin" presStyleLbl="node1" presStyleIdx="1" presStyleCnt="5"/>
      <dgm:spPr/>
    </dgm:pt>
    <dgm:pt modelId="{AFD6B49A-DFF9-4D5F-B83D-56301E4F4EBB}" type="pres">
      <dgm:prSet presAssocID="{07DBC11A-ADAC-4A32-B411-915C4F48D6B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9661FEA-A06B-48A3-9FFA-16357D81E3ED}" type="pres">
      <dgm:prSet presAssocID="{07DBC11A-ADAC-4A32-B411-915C4F48D6B1}" presName="negativeSpace" presStyleCnt="0"/>
      <dgm:spPr/>
    </dgm:pt>
    <dgm:pt modelId="{A1839143-FB34-4617-853E-96D155DA7E93}" type="pres">
      <dgm:prSet presAssocID="{07DBC11A-ADAC-4A32-B411-915C4F48D6B1}" presName="childText" presStyleLbl="conFgAcc1" presStyleIdx="2" presStyleCnt="5">
        <dgm:presLayoutVars>
          <dgm:bulletEnabled val="1"/>
        </dgm:presLayoutVars>
      </dgm:prSet>
      <dgm:spPr/>
    </dgm:pt>
    <dgm:pt modelId="{716A39B2-EF9C-42DF-A61E-BE87A140E57E}" type="pres">
      <dgm:prSet presAssocID="{B7583172-23E1-4990-A54D-08EFF44D82A8}" presName="spaceBetweenRectangles" presStyleCnt="0"/>
      <dgm:spPr/>
    </dgm:pt>
    <dgm:pt modelId="{774927CE-55D7-452A-BA35-11B137EF2E42}" type="pres">
      <dgm:prSet presAssocID="{6877A04A-0C92-44D9-A6EB-DFFAE044B631}" presName="parentLin" presStyleCnt="0"/>
      <dgm:spPr/>
    </dgm:pt>
    <dgm:pt modelId="{D99EA640-A771-4E4E-B09A-898471BA739E}" type="pres">
      <dgm:prSet presAssocID="{6877A04A-0C92-44D9-A6EB-DFFAE044B631}" presName="parentLeftMargin" presStyleLbl="node1" presStyleIdx="2" presStyleCnt="5"/>
      <dgm:spPr/>
    </dgm:pt>
    <dgm:pt modelId="{26220998-A8E1-4204-9FD7-8431449B359C}" type="pres">
      <dgm:prSet presAssocID="{6877A04A-0C92-44D9-A6EB-DFFAE044B63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CBE4532-8550-4E44-8636-93C0FFAA3129}" type="pres">
      <dgm:prSet presAssocID="{6877A04A-0C92-44D9-A6EB-DFFAE044B631}" presName="negativeSpace" presStyleCnt="0"/>
      <dgm:spPr/>
    </dgm:pt>
    <dgm:pt modelId="{1DD28A78-03AA-4B65-ADDE-51072B174393}" type="pres">
      <dgm:prSet presAssocID="{6877A04A-0C92-44D9-A6EB-DFFAE044B631}" presName="childText" presStyleLbl="conFgAcc1" presStyleIdx="3" presStyleCnt="5">
        <dgm:presLayoutVars>
          <dgm:bulletEnabled val="1"/>
        </dgm:presLayoutVars>
      </dgm:prSet>
      <dgm:spPr/>
    </dgm:pt>
    <dgm:pt modelId="{6C8AEC07-6801-48F4-A287-1804B93B4DD4}" type="pres">
      <dgm:prSet presAssocID="{637D78BC-6D0E-4A7E-BBD8-4564FA7671DE}" presName="spaceBetweenRectangles" presStyleCnt="0"/>
      <dgm:spPr/>
    </dgm:pt>
    <dgm:pt modelId="{FCB9EB09-C8BE-40C7-B467-C208771B44CB}" type="pres">
      <dgm:prSet presAssocID="{23A3B48A-A286-41C0-9A56-53C84FF13879}" presName="parentLin" presStyleCnt="0"/>
      <dgm:spPr/>
    </dgm:pt>
    <dgm:pt modelId="{F23D6561-861F-4C28-8C6C-166050C75D5E}" type="pres">
      <dgm:prSet presAssocID="{23A3B48A-A286-41C0-9A56-53C84FF13879}" presName="parentLeftMargin" presStyleLbl="node1" presStyleIdx="3" presStyleCnt="5"/>
      <dgm:spPr/>
    </dgm:pt>
    <dgm:pt modelId="{B8BC75E3-3456-43D6-B95E-99F2A7B666A6}" type="pres">
      <dgm:prSet presAssocID="{23A3B48A-A286-41C0-9A56-53C84FF13879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EFFF312B-B324-45AB-86AB-5A8506FF8559}" type="pres">
      <dgm:prSet presAssocID="{23A3B48A-A286-41C0-9A56-53C84FF13879}" presName="negativeSpace" presStyleCnt="0"/>
      <dgm:spPr/>
    </dgm:pt>
    <dgm:pt modelId="{7AF78BAE-3C03-4500-BE51-B14E9EB57DD7}" type="pres">
      <dgm:prSet presAssocID="{23A3B48A-A286-41C0-9A56-53C84FF13879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06927E01-48A9-49E2-B1B8-A5A62F3F8096}" srcId="{D08B34F2-8BB7-416F-A13F-5B81E4966E78}" destId="{E6E1B5CA-C898-4BE6-8A55-74B79126D1AA}" srcOrd="1" destOrd="0" parTransId="{DECF546F-E8AF-4735-8501-928C010751A5}" sibTransId="{EDC6755D-FE83-41C9-AF7C-6016A1108793}"/>
    <dgm:cxn modelId="{952CF201-49BC-4E74-BF05-68AE8D4E789D}" srcId="{6877A04A-0C92-44D9-A6EB-DFFAE044B631}" destId="{5D3E5991-7840-459B-AE74-35878481A7F1}" srcOrd="0" destOrd="0" parTransId="{7F0E56B0-3608-4393-AA08-24886E4D7D6E}" sibTransId="{B3611D71-93E7-4251-BAF8-3D7B3970518F}"/>
    <dgm:cxn modelId="{49FECD11-842C-4957-911B-6FCD3D9E7919}" type="presOf" srcId="{D08B34F2-8BB7-416F-A13F-5B81E4966E78}" destId="{D0B87DD1-8218-4363-A8DD-3B246F03BA5E}" srcOrd="1" destOrd="0" presId="urn:microsoft.com/office/officeart/2005/8/layout/list1"/>
    <dgm:cxn modelId="{BDFECD23-A52B-454A-A2EF-F8535203A47A}" srcId="{6877A04A-0C92-44D9-A6EB-DFFAE044B631}" destId="{37B52218-077A-4DCB-93CC-0E9BC714F155}" srcOrd="1" destOrd="0" parTransId="{E20558FE-406A-49DE-ACE4-401C3056E71B}" sibTransId="{08DBE2BA-0C7E-4E77-B5CC-57794A243A99}"/>
    <dgm:cxn modelId="{B6E25127-6ECC-4A4F-BCD0-7B0F94D56A6E}" srcId="{EF5F54DC-6826-4ED1-A0DF-6209C93D51BB}" destId="{D08B34F2-8BB7-416F-A13F-5B81E4966E78}" srcOrd="0" destOrd="0" parTransId="{A6E78C01-F507-4539-8BAC-B153386C7A56}" sibTransId="{910515A3-B3CB-458E-86B0-4DBA73199867}"/>
    <dgm:cxn modelId="{5748542E-B59F-4F4F-AEA3-F941CE0C176B}" type="presOf" srcId="{07DBC11A-ADAC-4A32-B411-915C4F48D6B1}" destId="{AFD6B49A-DFF9-4D5F-B83D-56301E4F4EBB}" srcOrd="1" destOrd="0" presId="urn:microsoft.com/office/officeart/2005/8/layout/list1"/>
    <dgm:cxn modelId="{678BC639-2959-407C-9B6A-A8B724522916}" type="presOf" srcId="{23A3B48A-A286-41C0-9A56-53C84FF13879}" destId="{F23D6561-861F-4C28-8C6C-166050C75D5E}" srcOrd="0" destOrd="0" presId="urn:microsoft.com/office/officeart/2005/8/layout/list1"/>
    <dgm:cxn modelId="{89E86B41-A208-4631-86E0-EB0EA1E62076}" srcId="{EF5F54DC-6826-4ED1-A0DF-6209C93D51BB}" destId="{23A3B48A-A286-41C0-9A56-53C84FF13879}" srcOrd="4" destOrd="0" parTransId="{51C07CE6-9611-4C72-86C7-A5D8D049AB85}" sibTransId="{5B7A1304-4B8E-44F0-86C9-5BF44076019B}"/>
    <dgm:cxn modelId="{1D866E68-7B79-499D-8231-C404D7E512FD}" type="presOf" srcId="{E6293A57-99BF-4794-A063-96CF7F60E532}" destId="{20B73116-CA06-4F4A-9500-8D9956C9F76F}" srcOrd="0" destOrd="0" presId="urn:microsoft.com/office/officeart/2005/8/layout/list1"/>
    <dgm:cxn modelId="{4CF8E94D-9E1E-4C06-A71F-F0D4415D3ABE}" type="presOf" srcId="{E6E1B5CA-C898-4BE6-8A55-74B79126D1AA}" destId="{B2CC8C4F-FC16-4EA4-811E-64C5E7F469F8}" srcOrd="0" destOrd="1" presId="urn:microsoft.com/office/officeart/2005/8/layout/list1"/>
    <dgm:cxn modelId="{C609D056-EF4A-4ADB-8A3B-1E398E08921A}" type="presOf" srcId="{23A3B48A-A286-41C0-9A56-53C84FF13879}" destId="{B8BC75E3-3456-43D6-B95E-99F2A7B666A6}" srcOrd="1" destOrd="0" presId="urn:microsoft.com/office/officeart/2005/8/layout/list1"/>
    <dgm:cxn modelId="{AD38C679-CA4D-4D9A-BBB1-AB8FB9045FA1}" srcId="{EF5F54DC-6826-4ED1-A0DF-6209C93D51BB}" destId="{07DBC11A-ADAC-4A32-B411-915C4F48D6B1}" srcOrd="2" destOrd="0" parTransId="{B84907D8-68D8-4DA3-A5FC-0F1378A60E9E}" sibTransId="{B7583172-23E1-4990-A54D-08EFF44D82A8}"/>
    <dgm:cxn modelId="{F1E07C85-6BA3-4810-A952-D39DC7CE791C}" type="presOf" srcId="{BAF647CF-BBEE-46A4-B6EB-68D0ABCDA4E8}" destId="{1DD28A78-03AA-4B65-ADDE-51072B174393}" srcOrd="0" destOrd="2" presId="urn:microsoft.com/office/officeart/2005/8/layout/list1"/>
    <dgm:cxn modelId="{C1AC1A86-8BF3-4098-969F-626FB1CFD40F}" type="presOf" srcId="{D08B34F2-8BB7-416F-A13F-5B81E4966E78}" destId="{BD2A3B89-099B-47A8-8C7A-D6816FDA7335}" srcOrd="0" destOrd="0" presId="urn:microsoft.com/office/officeart/2005/8/layout/list1"/>
    <dgm:cxn modelId="{501C358A-475E-491E-86EE-4B5CDAC06170}" type="presOf" srcId="{5D3E5991-7840-459B-AE74-35878481A7F1}" destId="{1DD28A78-03AA-4B65-ADDE-51072B174393}" srcOrd="0" destOrd="0" presId="urn:microsoft.com/office/officeart/2005/8/layout/list1"/>
    <dgm:cxn modelId="{80108297-79DD-48A2-9F8E-D7A344D65BEC}" type="presOf" srcId="{EF5F54DC-6826-4ED1-A0DF-6209C93D51BB}" destId="{A3461F25-250A-4701-8B8B-112B56F525BE}" srcOrd="0" destOrd="0" presId="urn:microsoft.com/office/officeart/2005/8/layout/list1"/>
    <dgm:cxn modelId="{871EAC9A-D01B-4499-B0B6-EDF2A8F49444}" type="presOf" srcId="{6877A04A-0C92-44D9-A6EB-DFFAE044B631}" destId="{D99EA640-A771-4E4E-B09A-898471BA739E}" srcOrd="0" destOrd="0" presId="urn:microsoft.com/office/officeart/2005/8/layout/list1"/>
    <dgm:cxn modelId="{54A42F9E-53B1-4E2C-B4B4-502362A9AF3A}" type="presOf" srcId="{E6293A57-99BF-4794-A063-96CF7F60E532}" destId="{8754E5F9-8415-48A0-B6EB-645BC767C787}" srcOrd="1" destOrd="0" presId="urn:microsoft.com/office/officeart/2005/8/layout/list1"/>
    <dgm:cxn modelId="{4386A4A3-7470-40D2-B92D-CA3EDBA1B207}" srcId="{D08B34F2-8BB7-416F-A13F-5B81E4966E78}" destId="{CCE6A473-6EE0-4739-BDEA-6687B0FC0E72}" srcOrd="0" destOrd="0" parTransId="{E7117E84-1877-41B5-A6E8-5785F0D0D8AA}" sibTransId="{E6C68395-19A6-49F7-AA5B-7F5BCEEA7A27}"/>
    <dgm:cxn modelId="{DDEE78B2-4356-4415-BDB6-6FCA02FFF545}" type="presOf" srcId="{37B52218-077A-4DCB-93CC-0E9BC714F155}" destId="{1DD28A78-03AA-4B65-ADDE-51072B174393}" srcOrd="0" destOrd="1" presId="urn:microsoft.com/office/officeart/2005/8/layout/list1"/>
    <dgm:cxn modelId="{19331AB3-9D13-4ED8-AFF4-1D623D869B45}" type="presOf" srcId="{07DBC11A-ADAC-4A32-B411-915C4F48D6B1}" destId="{AFD69AA9-8E47-413E-8C64-4805E937C906}" srcOrd="0" destOrd="0" presId="urn:microsoft.com/office/officeart/2005/8/layout/list1"/>
    <dgm:cxn modelId="{B22636B5-D29E-41F2-947C-0915FEEEC210}" type="presOf" srcId="{6877A04A-0C92-44D9-A6EB-DFFAE044B631}" destId="{26220998-A8E1-4204-9FD7-8431449B359C}" srcOrd="1" destOrd="0" presId="urn:microsoft.com/office/officeart/2005/8/layout/list1"/>
    <dgm:cxn modelId="{AB6325BA-5340-43A8-ACCB-F2139A7F9F06}" type="presOf" srcId="{CCE6A473-6EE0-4739-BDEA-6687B0FC0E72}" destId="{B2CC8C4F-FC16-4EA4-811E-64C5E7F469F8}" srcOrd="0" destOrd="0" presId="urn:microsoft.com/office/officeart/2005/8/layout/list1"/>
    <dgm:cxn modelId="{F2A76ABE-4D72-4A9F-ACB1-1DBC7808D100}" srcId="{EF5F54DC-6826-4ED1-A0DF-6209C93D51BB}" destId="{6877A04A-0C92-44D9-A6EB-DFFAE044B631}" srcOrd="3" destOrd="0" parTransId="{90D39A2F-7705-43F5-BFFE-EC6DD92F64A6}" sibTransId="{637D78BC-6D0E-4A7E-BBD8-4564FA7671DE}"/>
    <dgm:cxn modelId="{F229F9C5-4A4D-4F6D-BC5C-8FB32859CF33}" type="presOf" srcId="{4DBC7F6C-0056-4FBD-BEC5-E9F65EF152B3}" destId="{1DD28A78-03AA-4B65-ADDE-51072B174393}" srcOrd="0" destOrd="3" presId="urn:microsoft.com/office/officeart/2005/8/layout/list1"/>
    <dgm:cxn modelId="{AA9F36D9-F177-4887-AF43-35DA076AEAB9}" srcId="{EF5F54DC-6826-4ED1-A0DF-6209C93D51BB}" destId="{E6293A57-99BF-4794-A063-96CF7F60E532}" srcOrd="1" destOrd="0" parTransId="{E75C9834-98F3-4621-92EF-F3C85747AE76}" sibTransId="{9FBCB6F9-0738-4BB5-AA32-48172F97074C}"/>
    <dgm:cxn modelId="{A3A999F1-7989-4A45-8DA1-2E392BF63304}" srcId="{6877A04A-0C92-44D9-A6EB-DFFAE044B631}" destId="{BAF647CF-BBEE-46A4-B6EB-68D0ABCDA4E8}" srcOrd="2" destOrd="0" parTransId="{6FEDCD9C-7CA6-4726-A142-FEB5BCBEEDB6}" sibTransId="{16937BAA-DB6B-4E0B-BE15-A5A8D74F291C}"/>
    <dgm:cxn modelId="{685E3BF4-9F52-45A4-964F-2BC32E011AEE}" srcId="{6877A04A-0C92-44D9-A6EB-DFFAE044B631}" destId="{4DBC7F6C-0056-4FBD-BEC5-E9F65EF152B3}" srcOrd="3" destOrd="0" parTransId="{A54A1247-68EC-484A-9819-1451C00304F1}" sibTransId="{9D86AAE4-66B6-4473-8AB0-DA36E71938F6}"/>
    <dgm:cxn modelId="{C312B156-83DE-45E9-B26F-8120F363745B}" type="presParOf" srcId="{A3461F25-250A-4701-8B8B-112B56F525BE}" destId="{6A816F9A-705D-4F4B-B9BD-ACCF27329386}" srcOrd="0" destOrd="0" presId="urn:microsoft.com/office/officeart/2005/8/layout/list1"/>
    <dgm:cxn modelId="{118BA211-CC56-4447-8B70-4EBD653845BE}" type="presParOf" srcId="{6A816F9A-705D-4F4B-B9BD-ACCF27329386}" destId="{BD2A3B89-099B-47A8-8C7A-D6816FDA7335}" srcOrd="0" destOrd="0" presId="urn:microsoft.com/office/officeart/2005/8/layout/list1"/>
    <dgm:cxn modelId="{484CD6BD-34DE-48B2-BC1E-1FCA93C975DE}" type="presParOf" srcId="{6A816F9A-705D-4F4B-B9BD-ACCF27329386}" destId="{D0B87DD1-8218-4363-A8DD-3B246F03BA5E}" srcOrd="1" destOrd="0" presId="urn:microsoft.com/office/officeart/2005/8/layout/list1"/>
    <dgm:cxn modelId="{CC1126C8-B790-4149-A39C-9EBBFC0B7D83}" type="presParOf" srcId="{A3461F25-250A-4701-8B8B-112B56F525BE}" destId="{D67D6B7E-DBFD-4F3E-8535-B39FD9C1EE0B}" srcOrd="1" destOrd="0" presId="urn:microsoft.com/office/officeart/2005/8/layout/list1"/>
    <dgm:cxn modelId="{414F2448-8D72-450D-A0A6-9E6DE0BBCDF9}" type="presParOf" srcId="{A3461F25-250A-4701-8B8B-112B56F525BE}" destId="{B2CC8C4F-FC16-4EA4-811E-64C5E7F469F8}" srcOrd="2" destOrd="0" presId="urn:microsoft.com/office/officeart/2005/8/layout/list1"/>
    <dgm:cxn modelId="{F0FB63EF-79FD-401A-9B8E-E550453702E9}" type="presParOf" srcId="{A3461F25-250A-4701-8B8B-112B56F525BE}" destId="{24379E28-91E9-4DDD-8212-F883AC612344}" srcOrd="3" destOrd="0" presId="urn:microsoft.com/office/officeart/2005/8/layout/list1"/>
    <dgm:cxn modelId="{323FE703-83FE-4F04-AAB3-37E63D50EA6F}" type="presParOf" srcId="{A3461F25-250A-4701-8B8B-112B56F525BE}" destId="{F0D79BE1-1AD6-405D-9A31-424BEFF2674A}" srcOrd="4" destOrd="0" presId="urn:microsoft.com/office/officeart/2005/8/layout/list1"/>
    <dgm:cxn modelId="{1B327A45-E729-45AE-9A3D-3BE208CB150A}" type="presParOf" srcId="{F0D79BE1-1AD6-405D-9A31-424BEFF2674A}" destId="{20B73116-CA06-4F4A-9500-8D9956C9F76F}" srcOrd="0" destOrd="0" presId="urn:microsoft.com/office/officeart/2005/8/layout/list1"/>
    <dgm:cxn modelId="{5FDF1009-B1B5-46BE-98C4-24EA5EA6C34F}" type="presParOf" srcId="{F0D79BE1-1AD6-405D-9A31-424BEFF2674A}" destId="{8754E5F9-8415-48A0-B6EB-645BC767C787}" srcOrd="1" destOrd="0" presId="urn:microsoft.com/office/officeart/2005/8/layout/list1"/>
    <dgm:cxn modelId="{97B6D3EC-AA37-4359-BCFB-9A90AD533786}" type="presParOf" srcId="{A3461F25-250A-4701-8B8B-112B56F525BE}" destId="{7FC3EDF8-8CC7-4E53-BA7F-0D5F86710406}" srcOrd="5" destOrd="0" presId="urn:microsoft.com/office/officeart/2005/8/layout/list1"/>
    <dgm:cxn modelId="{DFAE2E2F-A75B-4974-81C4-A22563991FCA}" type="presParOf" srcId="{A3461F25-250A-4701-8B8B-112B56F525BE}" destId="{55C78EFD-586F-4B5F-83AA-B7720B1E82CA}" srcOrd="6" destOrd="0" presId="urn:microsoft.com/office/officeart/2005/8/layout/list1"/>
    <dgm:cxn modelId="{D63718C9-1C9D-4EFB-A0F2-8B569F898D3F}" type="presParOf" srcId="{A3461F25-250A-4701-8B8B-112B56F525BE}" destId="{80F15D19-0AD4-4B82-8866-E2D4D7C491C3}" srcOrd="7" destOrd="0" presId="urn:microsoft.com/office/officeart/2005/8/layout/list1"/>
    <dgm:cxn modelId="{72849043-0A0C-4412-A2D2-8C5A588FEF2D}" type="presParOf" srcId="{A3461F25-250A-4701-8B8B-112B56F525BE}" destId="{579ED0FE-BC0D-4BA3-B38D-4AD0307BA9BA}" srcOrd="8" destOrd="0" presId="urn:microsoft.com/office/officeart/2005/8/layout/list1"/>
    <dgm:cxn modelId="{C34BB243-ED22-4BF1-BB5B-E81C7C9FA8C2}" type="presParOf" srcId="{579ED0FE-BC0D-4BA3-B38D-4AD0307BA9BA}" destId="{AFD69AA9-8E47-413E-8C64-4805E937C906}" srcOrd="0" destOrd="0" presId="urn:microsoft.com/office/officeart/2005/8/layout/list1"/>
    <dgm:cxn modelId="{760C0D34-01C0-4809-AF92-128C3E644099}" type="presParOf" srcId="{579ED0FE-BC0D-4BA3-B38D-4AD0307BA9BA}" destId="{AFD6B49A-DFF9-4D5F-B83D-56301E4F4EBB}" srcOrd="1" destOrd="0" presId="urn:microsoft.com/office/officeart/2005/8/layout/list1"/>
    <dgm:cxn modelId="{7F090F0D-7507-4221-AF23-E3FF46518026}" type="presParOf" srcId="{A3461F25-250A-4701-8B8B-112B56F525BE}" destId="{C9661FEA-A06B-48A3-9FFA-16357D81E3ED}" srcOrd="9" destOrd="0" presId="urn:microsoft.com/office/officeart/2005/8/layout/list1"/>
    <dgm:cxn modelId="{9F3B2423-6015-45E3-A0AB-F5A1BDC3D05A}" type="presParOf" srcId="{A3461F25-250A-4701-8B8B-112B56F525BE}" destId="{A1839143-FB34-4617-853E-96D155DA7E93}" srcOrd="10" destOrd="0" presId="urn:microsoft.com/office/officeart/2005/8/layout/list1"/>
    <dgm:cxn modelId="{0EDCAED0-2844-459F-9F05-8DA042397FAB}" type="presParOf" srcId="{A3461F25-250A-4701-8B8B-112B56F525BE}" destId="{716A39B2-EF9C-42DF-A61E-BE87A140E57E}" srcOrd="11" destOrd="0" presId="urn:microsoft.com/office/officeart/2005/8/layout/list1"/>
    <dgm:cxn modelId="{20516EA1-BC4F-4F40-8DE4-3905B0467184}" type="presParOf" srcId="{A3461F25-250A-4701-8B8B-112B56F525BE}" destId="{774927CE-55D7-452A-BA35-11B137EF2E42}" srcOrd="12" destOrd="0" presId="urn:microsoft.com/office/officeart/2005/8/layout/list1"/>
    <dgm:cxn modelId="{D1CD432A-9716-4BF2-B496-E1FB8D0E5A11}" type="presParOf" srcId="{774927CE-55D7-452A-BA35-11B137EF2E42}" destId="{D99EA640-A771-4E4E-B09A-898471BA739E}" srcOrd="0" destOrd="0" presId="urn:microsoft.com/office/officeart/2005/8/layout/list1"/>
    <dgm:cxn modelId="{0C678459-A42A-4899-B876-FB7F13D6B0E1}" type="presParOf" srcId="{774927CE-55D7-452A-BA35-11B137EF2E42}" destId="{26220998-A8E1-4204-9FD7-8431449B359C}" srcOrd="1" destOrd="0" presId="urn:microsoft.com/office/officeart/2005/8/layout/list1"/>
    <dgm:cxn modelId="{C207CD4C-2F7B-458F-8CE1-96D74BE59D8B}" type="presParOf" srcId="{A3461F25-250A-4701-8B8B-112B56F525BE}" destId="{9CBE4532-8550-4E44-8636-93C0FFAA3129}" srcOrd="13" destOrd="0" presId="urn:microsoft.com/office/officeart/2005/8/layout/list1"/>
    <dgm:cxn modelId="{C8BBE928-ABE2-4CCE-8714-F870F9843255}" type="presParOf" srcId="{A3461F25-250A-4701-8B8B-112B56F525BE}" destId="{1DD28A78-03AA-4B65-ADDE-51072B174393}" srcOrd="14" destOrd="0" presId="urn:microsoft.com/office/officeart/2005/8/layout/list1"/>
    <dgm:cxn modelId="{C16A6913-3876-4665-9511-E6BE9CEBE07A}" type="presParOf" srcId="{A3461F25-250A-4701-8B8B-112B56F525BE}" destId="{6C8AEC07-6801-48F4-A287-1804B93B4DD4}" srcOrd="15" destOrd="0" presId="urn:microsoft.com/office/officeart/2005/8/layout/list1"/>
    <dgm:cxn modelId="{F4F2D5E2-E3DD-47CA-81E4-0D62C2DEBE03}" type="presParOf" srcId="{A3461F25-250A-4701-8B8B-112B56F525BE}" destId="{FCB9EB09-C8BE-40C7-B467-C208771B44CB}" srcOrd="16" destOrd="0" presId="urn:microsoft.com/office/officeart/2005/8/layout/list1"/>
    <dgm:cxn modelId="{A45BA8BB-E286-4A6C-B3A7-B74D933DF6B8}" type="presParOf" srcId="{FCB9EB09-C8BE-40C7-B467-C208771B44CB}" destId="{F23D6561-861F-4C28-8C6C-166050C75D5E}" srcOrd="0" destOrd="0" presId="urn:microsoft.com/office/officeart/2005/8/layout/list1"/>
    <dgm:cxn modelId="{BFE5733B-D2A6-43E0-8B96-8EC5A4B17197}" type="presParOf" srcId="{FCB9EB09-C8BE-40C7-B467-C208771B44CB}" destId="{B8BC75E3-3456-43D6-B95E-99F2A7B666A6}" srcOrd="1" destOrd="0" presId="urn:microsoft.com/office/officeart/2005/8/layout/list1"/>
    <dgm:cxn modelId="{9FBC89D0-003B-4ECB-BBEC-0EBB7BFDFE72}" type="presParOf" srcId="{A3461F25-250A-4701-8B8B-112B56F525BE}" destId="{EFFF312B-B324-45AB-86AB-5A8506FF8559}" srcOrd="17" destOrd="0" presId="urn:microsoft.com/office/officeart/2005/8/layout/list1"/>
    <dgm:cxn modelId="{5A51D1BE-43C7-4514-8EA8-4DD9D72ED464}" type="presParOf" srcId="{A3461F25-250A-4701-8B8B-112B56F525BE}" destId="{7AF78BAE-3C03-4500-BE51-B14E9EB57DD7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31CDB6-055F-4199-A141-0A2F8860D8E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8BC2A56-EACD-4743-8EDE-B14E90356C6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fr-FR" b="1" dirty="0" err="1"/>
            <a:t>Faithfulness</a:t>
          </a:r>
          <a:r>
            <a:rPr lang="fr-FR" b="1" dirty="0"/>
            <a:t> (Fidélité)</a:t>
          </a:r>
          <a:endParaRPr lang="en-US" dirty="0"/>
        </a:p>
      </dgm:t>
    </dgm:pt>
    <dgm:pt modelId="{F27087C2-1974-44BA-9687-E3822A538EFF}" type="parTrans" cxnId="{E1D2648F-9B69-4FEB-BF87-1DF122C535B8}">
      <dgm:prSet/>
      <dgm:spPr/>
      <dgm:t>
        <a:bodyPr/>
        <a:lstStyle/>
        <a:p>
          <a:endParaRPr lang="en-US"/>
        </a:p>
      </dgm:t>
    </dgm:pt>
    <dgm:pt modelId="{C2550846-3079-4B26-981B-B8095658AF43}" type="sibTrans" cxnId="{E1D2648F-9B69-4FEB-BF87-1DF122C535B8}">
      <dgm:prSet/>
      <dgm:spPr/>
      <dgm:t>
        <a:bodyPr/>
        <a:lstStyle/>
        <a:p>
          <a:endParaRPr lang="en-US"/>
        </a:p>
      </dgm:t>
    </dgm:pt>
    <dgm:pt modelId="{B3933E45-FF14-456F-A20A-708A6A80AF0C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fr-FR" dirty="0"/>
            <a:t>Est-ce que la réponse du </a:t>
          </a:r>
          <a:r>
            <a:rPr lang="fr-FR" dirty="0" err="1"/>
            <a:t>chatbot</a:t>
          </a:r>
          <a:r>
            <a:rPr lang="fr-FR" dirty="0"/>
            <a:t> est bien basée sur le contexte récupéré ?</a:t>
          </a:r>
          <a:endParaRPr lang="en-US" dirty="0"/>
        </a:p>
      </dgm:t>
    </dgm:pt>
    <dgm:pt modelId="{F72765A5-A0AA-488E-AFC6-ABEF674773DA}" type="parTrans" cxnId="{BD87CF2F-FA00-4DAF-A7DC-6C3FA2E78679}">
      <dgm:prSet/>
      <dgm:spPr/>
      <dgm:t>
        <a:bodyPr/>
        <a:lstStyle/>
        <a:p>
          <a:endParaRPr lang="en-US"/>
        </a:p>
      </dgm:t>
    </dgm:pt>
    <dgm:pt modelId="{66A146DA-F88D-46F6-A535-A1347C9E5192}" type="sibTrans" cxnId="{BD87CF2F-FA00-4DAF-A7DC-6C3FA2E78679}">
      <dgm:prSet/>
      <dgm:spPr/>
      <dgm:t>
        <a:bodyPr/>
        <a:lstStyle/>
        <a:p>
          <a:endParaRPr lang="en-US"/>
        </a:p>
      </dgm:t>
    </dgm:pt>
    <dgm:pt modelId="{B0743E30-79A5-4183-9F43-979C93AECAF4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fr-FR" dirty="0"/>
            <a:t>Le </a:t>
          </a:r>
          <a:r>
            <a:rPr lang="fr-FR" dirty="0" err="1"/>
            <a:t>chatbot</a:t>
          </a:r>
          <a:r>
            <a:rPr lang="fr-FR" dirty="0"/>
            <a:t> a-t-il inventé des infos ? (hallucinations) </a:t>
          </a:r>
          <a:endParaRPr lang="en-US" dirty="0"/>
        </a:p>
      </dgm:t>
    </dgm:pt>
    <dgm:pt modelId="{7813A003-918D-4804-9328-44FF0019CC7F}" type="parTrans" cxnId="{C0C4E1F8-ABFB-49D8-BAC0-43E592568970}">
      <dgm:prSet/>
      <dgm:spPr/>
      <dgm:t>
        <a:bodyPr/>
        <a:lstStyle/>
        <a:p>
          <a:endParaRPr lang="en-US"/>
        </a:p>
      </dgm:t>
    </dgm:pt>
    <dgm:pt modelId="{EB9989D3-8550-4B8F-A47C-1D4BC836DCFE}" type="sibTrans" cxnId="{C0C4E1F8-ABFB-49D8-BAC0-43E592568970}">
      <dgm:prSet/>
      <dgm:spPr/>
      <dgm:t>
        <a:bodyPr/>
        <a:lstStyle/>
        <a:p>
          <a:endParaRPr lang="en-US"/>
        </a:p>
      </dgm:t>
    </dgm:pt>
    <dgm:pt modelId="{BF8BE592-E1C1-4380-B326-8CAB991D5238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fr-FR" dirty="0"/>
            <a:t>Est-ce que les affirmations dans la réponse sont vérifiables dans les </a:t>
          </a:r>
          <a:r>
            <a:rPr lang="fr-FR" dirty="0" err="1"/>
            <a:t>chunks</a:t>
          </a:r>
          <a:r>
            <a:rPr lang="fr-FR" dirty="0"/>
            <a:t> FAISS ?</a:t>
          </a:r>
          <a:endParaRPr lang="en-US" dirty="0"/>
        </a:p>
      </dgm:t>
    </dgm:pt>
    <dgm:pt modelId="{82F5DB8B-CDEE-49EA-862C-5BC165F9016D}" type="parTrans" cxnId="{9B613B92-3837-4805-9A87-7EA974F079FC}">
      <dgm:prSet/>
      <dgm:spPr/>
      <dgm:t>
        <a:bodyPr/>
        <a:lstStyle/>
        <a:p>
          <a:endParaRPr lang="en-US"/>
        </a:p>
      </dgm:t>
    </dgm:pt>
    <dgm:pt modelId="{8E431EB9-1077-4CAA-82E9-E40532379FB9}" type="sibTrans" cxnId="{9B613B92-3837-4805-9A87-7EA974F079FC}">
      <dgm:prSet/>
      <dgm:spPr/>
      <dgm:t>
        <a:bodyPr/>
        <a:lstStyle/>
        <a:p>
          <a:endParaRPr lang="en-US"/>
        </a:p>
      </dgm:t>
    </dgm:pt>
    <dgm:pt modelId="{0A262AC9-A748-4DAB-88F9-0D8F8E79F0C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fr-FR" b="1" dirty="0" err="1"/>
            <a:t>Answer</a:t>
          </a:r>
          <a:r>
            <a:rPr lang="fr-FR" b="1" dirty="0"/>
            <a:t> </a:t>
          </a:r>
          <a:r>
            <a:rPr lang="fr-FR" b="1" dirty="0" err="1"/>
            <a:t>Relevancy</a:t>
          </a:r>
          <a:r>
            <a:rPr lang="fr-FR" b="1" dirty="0"/>
            <a:t> (Pertinence)</a:t>
          </a:r>
          <a:endParaRPr lang="en-US" dirty="0"/>
        </a:p>
      </dgm:t>
    </dgm:pt>
    <dgm:pt modelId="{326FFB72-CD75-4FE6-A884-138FD7B8D862}" type="parTrans" cxnId="{3F3BD799-09AC-47CF-B780-DB935C7C90BD}">
      <dgm:prSet/>
      <dgm:spPr/>
      <dgm:t>
        <a:bodyPr/>
        <a:lstStyle/>
        <a:p>
          <a:endParaRPr lang="en-US"/>
        </a:p>
      </dgm:t>
    </dgm:pt>
    <dgm:pt modelId="{63F8AB73-6B29-463F-AF0F-BA453DF7F8F9}" type="sibTrans" cxnId="{3F3BD799-09AC-47CF-B780-DB935C7C90BD}">
      <dgm:prSet/>
      <dgm:spPr/>
      <dgm:t>
        <a:bodyPr/>
        <a:lstStyle/>
        <a:p>
          <a:endParaRPr lang="en-US"/>
        </a:p>
      </dgm:t>
    </dgm:pt>
    <dgm:pt modelId="{C810D228-8B26-4236-B66A-464384A8F3D2}">
      <dgm:prSet/>
      <dgm:spPr/>
      <dgm:t>
        <a:bodyPr/>
        <a:lstStyle/>
        <a:p>
          <a:pPr algn="l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fr-FR" dirty="0"/>
            <a:t>Est-ce que la réponse répond bien à la question ?</a:t>
          </a:r>
          <a:endParaRPr lang="en-US" dirty="0"/>
        </a:p>
      </dgm:t>
    </dgm:pt>
    <dgm:pt modelId="{7091893A-8CA1-4E17-A3D0-7E25E13CACEB}" type="parTrans" cxnId="{E285F202-AC85-400F-8798-820A3E575337}">
      <dgm:prSet/>
      <dgm:spPr/>
      <dgm:t>
        <a:bodyPr/>
        <a:lstStyle/>
        <a:p>
          <a:endParaRPr lang="en-US"/>
        </a:p>
      </dgm:t>
    </dgm:pt>
    <dgm:pt modelId="{D6D20754-558D-4D76-AD9D-43F7DB4172FA}" type="sibTrans" cxnId="{E285F202-AC85-400F-8798-820A3E575337}">
      <dgm:prSet/>
      <dgm:spPr/>
      <dgm:t>
        <a:bodyPr/>
        <a:lstStyle/>
        <a:p>
          <a:endParaRPr lang="en-US"/>
        </a:p>
      </dgm:t>
    </dgm:pt>
    <dgm:pt modelId="{850F54D6-DBDD-45DC-A889-D1E6E5BCDC9B}">
      <dgm:prSet/>
      <dgm:spPr/>
      <dgm:t>
        <a:bodyPr/>
        <a:lstStyle/>
        <a:p>
          <a:pPr algn="l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fr-FR" dirty="0"/>
            <a:t>Mesure de similitude sémantique avec la réponse de référence (</a:t>
          </a:r>
          <a:r>
            <a:rPr lang="fr-FR" dirty="0" err="1"/>
            <a:t>ground</a:t>
          </a:r>
          <a:r>
            <a:rPr lang="fr-FR" dirty="0"/>
            <a:t> </a:t>
          </a:r>
          <a:r>
            <a:rPr lang="fr-FR" dirty="0" err="1"/>
            <a:t>truth</a:t>
          </a:r>
          <a:r>
            <a:rPr lang="fr-FR" dirty="0"/>
            <a:t>)</a:t>
          </a:r>
          <a:endParaRPr lang="en-US" dirty="0"/>
        </a:p>
      </dgm:t>
    </dgm:pt>
    <dgm:pt modelId="{A63A7060-2647-43BF-B690-6F3E1A97F9A6}" type="parTrans" cxnId="{A5056736-C361-4AA8-B9DA-5BC3C46FE36D}">
      <dgm:prSet/>
      <dgm:spPr/>
      <dgm:t>
        <a:bodyPr/>
        <a:lstStyle/>
        <a:p>
          <a:endParaRPr lang="en-US"/>
        </a:p>
      </dgm:t>
    </dgm:pt>
    <dgm:pt modelId="{48E52D9E-387C-4C45-A65B-2953B743F56E}" type="sibTrans" cxnId="{A5056736-C361-4AA8-B9DA-5BC3C46FE36D}">
      <dgm:prSet/>
      <dgm:spPr/>
      <dgm:t>
        <a:bodyPr/>
        <a:lstStyle/>
        <a:p>
          <a:endParaRPr lang="en-US"/>
        </a:p>
      </dgm:t>
    </dgm:pt>
    <dgm:pt modelId="{6D2DD653-E20D-4BCE-8615-804598181571}" type="pres">
      <dgm:prSet presAssocID="{4331CDB6-055F-4199-A141-0A2F8860D8E9}" presName="root" presStyleCnt="0">
        <dgm:presLayoutVars>
          <dgm:dir/>
          <dgm:resizeHandles val="exact"/>
        </dgm:presLayoutVars>
      </dgm:prSet>
      <dgm:spPr/>
    </dgm:pt>
    <dgm:pt modelId="{4F1276D7-207C-4634-90B7-9019A0BA46FF}" type="pres">
      <dgm:prSet presAssocID="{B8BC2A56-EACD-4743-8EDE-B14E90356C63}" presName="compNode" presStyleCnt="0"/>
      <dgm:spPr/>
    </dgm:pt>
    <dgm:pt modelId="{771035C7-EA26-42C9-B042-54DF018C09A3}" type="pres">
      <dgm:prSet presAssocID="{B8BC2A56-EACD-4743-8EDE-B14E90356C6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prechaun Hat"/>
        </a:ext>
      </dgm:extLst>
    </dgm:pt>
    <dgm:pt modelId="{61B16E75-DBDA-4176-8C33-7904CAC077A5}" type="pres">
      <dgm:prSet presAssocID="{B8BC2A56-EACD-4743-8EDE-B14E90356C63}" presName="iconSpace" presStyleCnt="0"/>
      <dgm:spPr/>
    </dgm:pt>
    <dgm:pt modelId="{584CE1A3-2DCE-4A72-9B7F-09EEADE41E58}" type="pres">
      <dgm:prSet presAssocID="{B8BC2A56-EACD-4743-8EDE-B14E90356C63}" presName="parTx" presStyleLbl="revTx" presStyleIdx="0" presStyleCnt="4">
        <dgm:presLayoutVars>
          <dgm:chMax val="0"/>
          <dgm:chPref val="0"/>
        </dgm:presLayoutVars>
      </dgm:prSet>
      <dgm:spPr/>
    </dgm:pt>
    <dgm:pt modelId="{2521A691-BD0D-42D5-9769-6C33B83A0A0A}" type="pres">
      <dgm:prSet presAssocID="{B8BC2A56-EACD-4743-8EDE-B14E90356C63}" presName="txSpace" presStyleCnt="0"/>
      <dgm:spPr/>
    </dgm:pt>
    <dgm:pt modelId="{1BCBF609-B111-48BD-B969-4BAB110AAD33}" type="pres">
      <dgm:prSet presAssocID="{B8BC2A56-EACD-4743-8EDE-B14E90356C63}" presName="desTx" presStyleLbl="revTx" presStyleIdx="1" presStyleCnt="4">
        <dgm:presLayoutVars/>
      </dgm:prSet>
      <dgm:spPr/>
    </dgm:pt>
    <dgm:pt modelId="{91E57062-E1EA-46BA-9707-55AD8FD2B805}" type="pres">
      <dgm:prSet presAssocID="{C2550846-3079-4B26-981B-B8095658AF43}" presName="sibTrans" presStyleCnt="0"/>
      <dgm:spPr/>
    </dgm:pt>
    <dgm:pt modelId="{8F701335-1E30-421D-BB9E-A14C01E813E8}" type="pres">
      <dgm:prSet presAssocID="{0A262AC9-A748-4DAB-88F9-0D8F8E79F0CB}" presName="compNode" presStyleCnt="0"/>
      <dgm:spPr/>
    </dgm:pt>
    <dgm:pt modelId="{4B99EAF5-C956-4D19-BB70-5BCDF36DE01F}" type="pres">
      <dgm:prSet presAssocID="{0A262AC9-A748-4DAB-88F9-0D8F8E79F0CB}" presName="iconRect" presStyleLbl="node1" presStyleIdx="1" presStyleCnt="2" custLinFactNeighborX="-2463" custLinFactNeighborY="-2814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3A2C0F02-2D85-4AD5-8011-D8273A067B95}" type="pres">
      <dgm:prSet presAssocID="{0A262AC9-A748-4DAB-88F9-0D8F8E79F0CB}" presName="iconSpace" presStyleCnt="0"/>
      <dgm:spPr/>
    </dgm:pt>
    <dgm:pt modelId="{4D8F2215-8E59-4CEB-A4C2-90D6C0482319}" type="pres">
      <dgm:prSet presAssocID="{0A262AC9-A748-4DAB-88F9-0D8F8E79F0CB}" presName="parTx" presStyleLbl="revTx" presStyleIdx="2" presStyleCnt="4" custLinFactNeighborX="-690" custLinFactNeighborY="-32578">
        <dgm:presLayoutVars>
          <dgm:chMax val="0"/>
          <dgm:chPref val="0"/>
        </dgm:presLayoutVars>
      </dgm:prSet>
      <dgm:spPr/>
    </dgm:pt>
    <dgm:pt modelId="{58BBB6B7-44E3-48EC-A36E-8B62FF881F61}" type="pres">
      <dgm:prSet presAssocID="{0A262AC9-A748-4DAB-88F9-0D8F8E79F0CB}" presName="txSpace" presStyleCnt="0"/>
      <dgm:spPr/>
    </dgm:pt>
    <dgm:pt modelId="{94F27301-3478-4CC7-A67A-8D44E7D8C27E}" type="pres">
      <dgm:prSet presAssocID="{0A262AC9-A748-4DAB-88F9-0D8F8E79F0CB}" presName="desTx" presStyleLbl="revTx" presStyleIdx="3" presStyleCnt="4" custScaleY="84079">
        <dgm:presLayoutVars/>
      </dgm:prSet>
      <dgm:spPr/>
    </dgm:pt>
  </dgm:ptLst>
  <dgm:cxnLst>
    <dgm:cxn modelId="{E285F202-AC85-400F-8798-820A3E575337}" srcId="{0A262AC9-A748-4DAB-88F9-0D8F8E79F0CB}" destId="{C810D228-8B26-4236-B66A-464384A8F3D2}" srcOrd="0" destOrd="0" parTransId="{7091893A-8CA1-4E17-A3D0-7E25E13CACEB}" sibTransId="{D6D20754-558D-4D76-AD9D-43F7DB4172FA}"/>
    <dgm:cxn modelId="{DECF3B1A-67EC-4BC6-B206-67894EA4A478}" type="presOf" srcId="{B3933E45-FF14-456F-A20A-708A6A80AF0C}" destId="{1BCBF609-B111-48BD-B969-4BAB110AAD33}" srcOrd="0" destOrd="0" presId="urn:microsoft.com/office/officeart/2018/5/layout/CenteredIconLabelDescriptionList"/>
    <dgm:cxn modelId="{BD87CF2F-FA00-4DAF-A7DC-6C3FA2E78679}" srcId="{B8BC2A56-EACD-4743-8EDE-B14E90356C63}" destId="{B3933E45-FF14-456F-A20A-708A6A80AF0C}" srcOrd="0" destOrd="0" parTransId="{F72765A5-A0AA-488E-AFC6-ABEF674773DA}" sibTransId="{66A146DA-F88D-46F6-A535-A1347C9E5192}"/>
    <dgm:cxn modelId="{FC8D6835-F217-4AF2-9A40-DCE62642A892}" type="presOf" srcId="{850F54D6-DBDD-45DC-A889-D1E6E5BCDC9B}" destId="{94F27301-3478-4CC7-A67A-8D44E7D8C27E}" srcOrd="0" destOrd="1" presId="urn:microsoft.com/office/officeart/2018/5/layout/CenteredIconLabelDescriptionList"/>
    <dgm:cxn modelId="{A5056736-C361-4AA8-B9DA-5BC3C46FE36D}" srcId="{0A262AC9-A748-4DAB-88F9-0D8F8E79F0CB}" destId="{850F54D6-DBDD-45DC-A889-D1E6E5BCDC9B}" srcOrd="1" destOrd="0" parTransId="{A63A7060-2647-43BF-B690-6F3E1A97F9A6}" sibTransId="{48E52D9E-387C-4C45-A65B-2953B743F56E}"/>
    <dgm:cxn modelId="{EC664E63-6773-45B1-8416-43A3D5354308}" type="presOf" srcId="{BF8BE592-E1C1-4380-B326-8CAB991D5238}" destId="{1BCBF609-B111-48BD-B969-4BAB110AAD33}" srcOrd="0" destOrd="2" presId="urn:microsoft.com/office/officeart/2018/5/layout/CenteredIconLabelDescriptionList"/>
    <dgm:cxn modelId="{24A0B58A-62B2-4307-B135-EDCCB8267ED8}" type="presOf" srcId="{C810D228-8B26-4236-B66A-464384A8F3D2}" destId="{94F27301-3478-4CC7-A67A-8D44E7D8C27E}" srcOrd="0" destOrd="0" presId="urn:microsoft.com/office/officeart/2018/5/layout/CenteredIconLabelDescriptionList"/>
    <dgm:cxn modelId="{E1D2648F-9B69-4FEB-BF87-1DF122C535B8}" srcId="{4331CDB6-055F-4199-A141-0A2F8860D8E9}" destId="{B8BC2A56-EACD-4743-8EDE-B14E90356C63}" srcOrd="0" destOrd="0" parTransId="{F27087C2-1974-44BA-9687-E3822A538EFF}" sibTransId="{C2550846-3079-4B26-981B-B8095658AF43}"/>
    <dgm:cxn modelId="{9B613B92-3837-4805-9A87-7EA974F079FC}" srcId="{B8BC2A56-EACD-4743-8EDE-B14E90356C63}" destId="{BF8BE592-E1C1-4380-B326-8CAB991D5238}" srcOrd="2" destOrd="0" parTransId="{82F5DB8B-CDEE-49EA-862C-5BC165F9016D}" sibTransId="{8E431EB9-1077-4CAA-82E9-E40532379FB9}"/>
    <dgm:cxn modelId="{3F3BD799-09AC-47CF-B780-DB935C7C90BD}" srcId="{4331CDB6-055F-4199-A141-0A2F8860D8E9}" destId="{0A262AC9-A748-4DAB-88F9-0D8F8E79F0CB}" srcOrd="1" destOrd="0" parTransId="{326FFB72-CD75-4FE6-A884-138FD7B8D862}" sibTransId="{63F8AB73-6B29-463F-AF0F-BA453DF7F8F9}"/>
    <dgm:cxn modelId="{CAF91E9F-DE27-464F-B219-9AF122D9851E}" type="presOf" srcId="{0A262AC9-A748-4DAB-88F9-0D8F8E79F0CB}" destId="{4D8F2215-8E59-4CEB-A4C2-90D6C0482319}" srcOrd="0" destOrd="0" presId="urn:microsoft.com/office/officeart/2018/5/layout/CenteredIconLabelDescriptionList"/>
    <dgm:cxn modelId="{32BF41C3-7B69-4483-9F38-6E1F378F01F3}" type="presOf" srcId="{B8BC2A56-EACD-4743-8EDE-B14E90356C63}" destId="{584CE1A3-2DCE-4A72-9B7F-09EEADE41E58}" srcOrd="0" destOrd="0" presId="urn:microsoft.com/office/officeart/2018/5/layout/CenteredIconLabelDescriptionList"/>
    <dgm:cxn modelId="{F6DD46D7-A03F-41CE-ADA0-90BFBCA3F2EF}" type="presOf" srcId="{B0743E30-79A5-4183-9F43-979C93AECAF4}" destId="{1BCBF609-B111-48BD-B969-4BAB110AAD33}" srcOrd="0" destOrd="1" presId="urn:microsoft.com/office/officeart/2018/5/layout/CenteredIconLabelDescriptionList"/>
    <dgm:cxn modelId="{655028F2-876E-4296-8B83-B6EF6411DFA5}" type="presOf" srcId="{4331CDB6-055F-4199-A141-0A2F8860D8E9}" destId="{6D2DD653-E20D-4BCE-8615-804598181571}" srcOrd="0" destOrd="0" presId="urn:microsoft.com/office/officeart/2018/5/layout/CenteredIconLabelDescriptionList"/>
    <dgm:cxn modelId="{C0C4E1F8-ABFB-49D8-BAC0-43E592568970}" srcId="{B8BC2A56-EACD-4743-8EDE-B14E90356C63}" destId="{B0743E30-79A5-4183-9F43-979C93AECAF4}" srcOrd="1" destOrd="0" parTransId="{7813A003-918D-4804-9328-44FF0019CC7F}" sibTransId="{EB9989D3-8550-4B8F-A47C-1D4BC836DCFE}"/>
    <dgm:cxn modelId="{38CE783A-8E86-4640-8A88-DA5F17BD2FCA}" type="presParOf" srcId="{6D2DD653-E20D-4BCE-8615-804598181571}" destId="{4F1276D7-207C-4634-90B7-9019A0BA46FF}" srcOrd="0" destOrd="0" presId="urn:microsoft.com/office/officeart/2018/5/layout/CenteredIconLabelDescriptionList"/>
    <dgm:cxn modelId="{78372E1F-D9FB-4F8E-A11C-F2401FB7C707}" type="presParOf" srcId="{4F1276D7-207C-4634-90B7-9019A0BA46FF}" destId="{771035C7-EA26-42C9-B042-54DF018C09A3}" srcOrd="0" destOrd="0" presId="urn:microsoft.com/office/officeart/2018/5/layout/CenteredIconLabelDescriptionList"/>
    <dgm:cxn modelId="{606CBA2E-9DFD-47AD-8F7E-5178AC5A4CF3}" type="presParOf" srcId="{4F1276D7-207C-4634-90B7-9019A0BA46FF}" destId="{61B16E75-DBDA-4176-8C33-7904CAC077A5}" srcOrd="1" destOrd="0" presId="urn:microsoft.com/office/officeart/2018/5/layout/CenteredIconLabelDescriptionList"/>
    <dgm:cxn modelId="{0E883D7B-DC66-4F58-A1E2-9A8257BB266B}" type="presParOf" srcId="{4F1276D7-207C-4634-90B7-9019A0BA46FF}" destId="{584CE1A3-2DCE-4A72-9B7F-09EEADE41E58}" srcOrd="2" destOrd="0" presId="urn:microsoft.com/office/officeart/2018/5/layout/CenteredIconLabelDescriptionList"/>
    <dgm:cxn modelId="{D8118F69-A28A-4EBD-8AFE-BF89F8836395}" type="presParOf" srcId="{4F1276D7-207C-4634-90B7-9019A0BA46FF}" destId="{2521A691-BD0D-42D5-9769-6C33B83A0A0A}" srcOrd="3" destOrd="0" presId="urn:microsoft.com/office/officeart/2018/5/layout/CenteredIconLabelDescriptionList"/>
    <dgm:cxn modelId="{9EADDE0F-5735-442D-AD21-1F39700E6C13}" type="presParOf" srcId="{4F1276D7-207C-4634-90B7-9019A0BA46FF}" destId="{1BCBF609-B111-48BD-B969-4BAB110AAD33}" srcOrd="4" destOrd="0" presId="urn:microsoft.com/office/officeart/2018/5/layout/CenteredIconLabelDescriptionList"/>
    <dgm:cxn modelId="{873A2C5D-BF67-4A73-A799-3A134B9E1E40}" type="presParOf" srcId="{6D2DD653-E20D-4BCE-8615-804598181571}" destId="{91E57062-E1EA-46BA-9707-55AD8FD2B805}" srcOrd="1" destOrd="0" presId="urn:microsoft.com/office/officeart/2018/5/layout/CenteredIconLabelDescriptionList"/>
    <dgm:cxn modelId="{841A9B67-154C-49CD-8FC5-CB765ECA9EA0}" type="presParOf" srcId="{6D2DD653-E20D-4BCE-8615-804598181571}" destId="{8F701335-1E30-421D-BB9E-A14C01E813E8}" srcOrd="2" destOrd="0" presId="urn:microsoft.com/office/officeart/2018/5/layout/CenteredIconLabelDescriptionList"/>
    <dgm:cxn modelId="{53C8EB7A-1561-4751-BEB6-977473AB6A14}" type="presParOf" srcId="{8F701335-1E30-421D-BB9E-A14C01E813E8}" destId="{4B99EAF5-C956-4D19-BB70-5BCDF36DE01F}" srcOrd="0" destOrd="0" presId="urn:microsoft.com/office/officeart/2018/5/layout/CenteredIconLabelDescriptionList"/>
    <dgm:cxn modelId="{31528346-2C90-4FE7-950E-D874A15D19B9}" type="presParOf" srcId="{8F701335-1E30-421D-BB9E-A14C01E813E8}" destId="{3A2C0F02-2D85-4AD5-8011-D8273A067B95}" srcOrd="1" destOrd="0" presId="urn:microsoft.com/office/officeart/2018/5/layout/CenteredIconLabelDescriptionList"/>
    <dgm:cxn modelId="{336A36D6-91D5-4993-9EAB-C29894DB355D}" type="presParOf" srcId="{8F701335-1E30-421D-BB9E-A14C01E813E8}" destId="{4D8F2215-8E59-4CEB-A4C2-90D6C0482319}" srcOrd="2" destOrd="0" presId="urn:microsoft.com/office/officeart/2018/5/layout/CenteredIconLabelDescriptionList"/>
    <dgm:cxn modelId="{C8659375-B633-4376-9C5C-CD3F6F4E5713}" type="presParOf" srcId="{8F701335-1E30-421D-BB9E-A14C01E813E8}" destId="{58BBB6B7-44E3-48EC-A36E-8B62FF881F61}" srcOrd="3" destOrd="0" presId="urn:microsoft.com/office/officeart/2018/5/layout/CenteredIconLabelDescriptionList"/>
    <dgm:cxn modelId="{B2A6FF33-7B4B-45BD-B22D-9F814EF449F0}" type="presParOf" srcId="{8F701335-1E30-421D-BB9E-A14C01E813E8}" destId="{94F27301-3478-4CC7-A67A-8D44E7D8C27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DC6C1A-8945-4766-959A-568C77781070}">
      <dsp:nvSpPr>
        <dsp:cNvPr id="0" name=""/>
        <dsp:cNvSpPr/>
      </dsp:nvSpPr>
      <dsp:spPr>
        <a:xfrm>
          <a:off x="0" y="0"/>
          <a:ext cx="5079411" cy="36894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2100" b="0" kern="1200" dirty="0"/>
            <a:t>Indexer.py :</a:t>
          </a:r>
        </a:p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fr-FR" sz="2100" b="0" kern="1200" dirty="0"/>
        </a:p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0" kern="1200" dirty="0"/>
            <a:t>-</a:t>
          </a:r>
          <a:r>
            <a:rPr lang="en-US" sz="1600" b="1" kern="1200" dirty="0"/>
            <a:t>utils.data_loader.py </a:t>
          </a:r>
          <a:r>
            <a:rPr lang="en-US" sz="1600" b="0" kern="1200" dirty="0"/>
            <a:t>→ validation Pydandic des données à l’aide de la classe DocumentChunk dans schemas.py</a:t>
          </a:r>
        </a:p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US" sz="1600" b="0" kern="1200" dirty="0"/>
        </a:p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0" kern="1200" dirty="0"/>
            <a:t>-</a:t>
          </a:r>
          <a:r>
            <a:rPr lang="en-US" sz="1600" b="1" kern="1200" dirty="0"/>
            <a:t>utils.vector_store.py </a:t>
          </a:r>
          <a:r>
            <a:rPr lang="en-US" sz="1600" b="0" kern="1200" dirty="0"/>
            <a:t>→ validation Pydandic des données vectorisées de la classe </a:t>
          </a:r>
          <a:r>
            <a:rPr lang="fr-FR" sz="1600" b="0" kern="1200" dirty="0"/>
            <a:t>IndexedChunk</a:t>
          </a:r>
          <a:r>
            <a:rPr lang="en-US" sz="1600" b="0" kern="1200" dirty="0"/>
            <a:t> dans schemas.py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 dirty="0"/>
        </a:p>
      </dsp:txBody>
      <dsp:txXfrm>
        <a:off x="108059" y="108059"/>
        <a:ext cx="4863293" cy="34732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CC8C4F-FC16-4EA4-811E-64C5E7F469F8}">
      <dsp:nvSpPr>
        <dsp:cNvPr id="0" name=""/>
        <dsp:cNvSpPr/>
      </dsp:nvSpPr>
      <dsp:spPr>
        <a:xfrm>
          <a:off x="0" y="284089"/>
          <a:ext cx="10515600" cy="7575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270764" rIns="816127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une question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une réponse de référence (</a:t>
          </a:r>
          <a:r>
            <a:rPr lang="fr-FR" sz="1300" kern="1200" dirty="0" err="1"/>
            <a:t>ground_truth</a:t>
          </a:r>
          <a:r>
            <a:rPr lang="fr-FR" sz="1300" kern="1200" dirty="0"/>
            <a:t>)</a:t>
          </a:r>
          <a:endParaRPr lang="en-US" sz="1300" kern="1200" dirty="0"/>
        </a:p>
      </dsp:txBody>
      <dsp:txXfrm>
        <a:off x="0" y="284089"/>
        <a:ext cx="10515600" cy="757575"/>
      </dsp:txXfrm>
    </dsp:sp>
    <dsp:sp modelId="{D0B87DD1-8218-4363-A8DD-3B246F03BA5E}">
      <dsp:nvSpPr>
        <dsp:cNvPr id="0" name=""/>
        <dsp:cNvSpPr/>
      </dsp:nvSpPr>
      <dsp:spPr>
        <a:xfrm>
          <a:off x="525780" y="92209"/>
          <a:ext cx="7360920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/>
            <a:t>Création de « </a:t>
          </a:r>
          <a:r>
            <a:rPr lang="fr-FR" sz="1300" i="1" kern="1200"/>
            <a:t>eval_dataset.json »</a:t>
          </a:r>
          <a:r>
            <a:rPr lang="fr-FR" sz="1300" kern="1200"/>
            <a:t> : 5 questions composées de:</a:t>
          </a:r>
          <a:endParaRPr lang="en-US" sz="1300" kern="1200"/>
        </a:p>
      </dsp:txBody>
      <dsp:txXfrm>
        <a:off x="544514" y="110943"/>
        <a:ext cx="7323452" cy="346292"/>
      </dsp:txXfrm>
    </dsp:sp>
    <dsp:sp modelId="{55C78EFD-586F-4B5F-83AA-B7720B1E82CA}">
      <dsp:nvSpPr>
        <dsp:cNvPr id="0" name=""/>
        <dsp:cNvSpPr/>
      </dsp:nvSpPr>
      <dsp:spPr>
        <a:xfrm>
          <a:off x="0" y="1303744"/>
          <a:ext cx="105156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54E5F9-8415-48A0-B6EB-645BC767C787}">
      <dsp:nvSpPr>
        <dsp:cNvPr id="0" name=""/>
        <dsp:cNvSpPr/>
      </dsp:nvSpPr>
      <dsp:spPr>
        <a:xfrm>
          <a:off x="525780" y="1111864"/>
          <a:ext cx="7360920" cy="3837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/>
            <a:t>Chargement du JSON</a:t>
          </a:r>
          <a:endParaRPr lang="en-US" sz="1300" kern="1200"/>
        </a:p>
      </dsp:txBody>
      <dsp:txXfrm>
        <a:off x="544514" y="1130598"/>
        <a:ext cx="7323452" cy="346292"/>
      </dsp:txXfrm>
    </dsp:sp>
    <dsp:sp modelId="{A1839143-FB34-4617-853E-96D155DA7E93}">
      <dsp:nvSpPr>
        <dsp:cNvPr id="0" name=""/>
        <dsp:cNvSpPr/>
      </dsp:nvSpPr>
      <dsp:spPr>
        <a:xfrm>
          <a:off x="0" y="1893424"/>
          <a:ext cx="105156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D6B49A-DFF9-4D5F-B83D-56301E4F4EBB}">
      <dsp:nvSpPr>
        <dsp:cNvPr id="0" name=""/>
        <dsp:cNvSpPr/>
      </dsp:nvSpPr>
      <dsp:spPr>
        <a:xfrm>
          <a:off x="525780" y="1701544"/>
          <a:ext cx="7360920" cy="3837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/>
            <a:t>Initialisation du vector store avec les index faiss</a:t>
          </a:r>
          <a:endParaRPr lang="en-US" sz="1300" kern="1200"/>
        </a:p>
      </dsp:txBody>
      <dsp:txXfrm>
        <a:off x="544514" y="1720278"/>
        <a:ext cx="7323452" cy="346292"/>
      </dsp:txXfrm>
    </dsp:sp>
    <dsp:sp modelId="{1DD28A78-03AA-4B65-ADDE-51072B174393}">
      <dsp:nvSpPr>
        <dsp:cNvPr id="0" name=""/>
        <dsp:cNvSpPr/>
      </dsp:nvSpPr>
      <dsp:spPr>
        <a:xfrm>
          <a:off x="0" y="2483104"/>
          <a:ext cx="10515600" cy="1187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270764" rIns="816127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/>
            <a:t>question, 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/>
            <a:t>ground_truth, 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/>
            <a:t>context (chunks de références),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/>
            <a:t>et les réponses données par le chatbot</a:t>
          </a:r>
          <a:endParaRPr lang="en-US" sz="1300" kern="1200"/>
        </a:p>
      </dsp:txBody>
      <dsp:txXfrm>
        <a:off x="0" y="2483104"/>
        <a:ext cx="10515600" cy="1187550"/>
      </dsp:txXfrm>
    </dsp:sp>
    <dsp:sp modelId="{26220998-A8E1-4204-9FD7-8431449B359C}">
      <dsp:nvSpPr>
        <dsp:cNvPr id="0" name=""/>
        <dsp:cNvSpPr/>
      </dsp:nvSpPr>
      <dsp:spPr>
        <a:xfrm>
          <a:off x="525780" y="2291224"/>
          <a:ext cx="7360920" cy="3837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/>
            <a:t>Préparation des données : </a:t>
          </a:r>
          <a:endParaRPr lang="en-US" sz="1300" kern="1200"/>
        </a:p>
      </dsp:txBody>
      <dsp:txXfrm>
        <a:off x="544514" y="2309958"/>
        <a:ext cx="7323452" cy="346292"/>
      </dsp:txXfrm>
    </dsp:sp>
    <dsp:sp modelId="{7AF78BAE-3C03-4500-BE51-B14E9EB57DD7}">
      <dsp:nvSpPr>
        <dsp:cNvPr id="0" name=""/>
        <dsp:cNvSpPr/>
      </dsp:nvSpPr>
      <dsp:spPr>
        <a:xfrm>
          <a:off x="0" y="3932734"/>
          <a:ext cx="105156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BC75E3-3456-43D6-B95E-99F2A7B666A6}">
      <dsp:nvSpPr>
        <dsp:cNvPr id="0" name=""/>
        <dsp:cNvSpPr/>
      </dsp:nvSpPr>
      <dsp:spPr>
        <a:xfrm>
          <a:off x="525780" y="3740854"/>
          <a:ext cx="7360920" cy="38376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/>
            <a:t>Evaluation RAGAS</a:t>
          </a:r>
          <a:endParaRPr lang="en-US" sz="1300" kern="1200"/>
        </a:p>
      </dsp:txBody>
      <dsp:txXfrm>
        <a:off x="544514" y="3759588"/>
        <a:ext cx="7323452" cy="3462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1035C7-EA26-42C9-B042-54DF018C09A3}">
      <dsp:nvSpPr>
        <dsp:cNvPr id="0" name=""/>
        <dsp:cNvSpPr/>
      </dsp:nvSpPr>
      <dsp:spPr>
        <a:xfrm>
          <a:off x="2173131" y="0"/>
          <a:ext cx="1510523" cy="15105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4CE1A3-2DCE-4A72-9B7F-09EEADE41E58}">
      <dsp:nvSpPr>
        <dsp:cNvPr id="0" name=""/>
        <dsp:cNvSpPr/>
      </dsp:nvSpPr>
      <dsp:spPr>
        <a:xfrm>
          <a:off x="770502" y="1690814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2400" b="1" kern="1200" dirty="0" err="1"/>
            <a:t>Faithfulness</a:t>
          </a:r>
          <a:r>
            <a:rPr lang="fr-FR" sz="2400" b="1" kern="1200" dirty="0"/>
            <a:t> (Fidélité)</a:t>
          </a:r>
          <a:endParaRPr lang="en-US" sz="2400" kern="1200" dirty="0"/>
        </a:p>
      </dsp:txBody>
      <dsp:txXfrm>
        <a:off x="770502" y="1690814"/>
        <a:ext cx="4315781" cy="647367"/>
      </dsp:txXfrm>
    </dsp:sp>
    <dsp:sp modelId="{1BCBF609-B111-48BD-B969-4BAB110AAD33}">
      <dsp:nvSpPr>
        <dsp:cNvPr id="0" name=""/>
        <dsp:cNvSpPr/>
      </dsp:nvSpPr>
      <dsp:spPr>
        <a:xfrm>
          <a:off x="770502" y="2422037"/>
          <a:ext cx="4315781" cy="17707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just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Est-ce que la réponse du </a:t>
          </a:r>
          <a:r>
            <a:rPr lang="fr-FR" sz="1700" kern="1200" dirty="0" err="1"/>
            <a:t>chatbot</a:t>
          </a:r>
          <a:r>
            <a:rPr lang="fr-FR" sz="1700" kern="1200" dirty="0"/>
            <a:t> est bien basée sur le contexte récupéré ?</a:t>
          </a:r>
          <a:endParaRPr lang="en-US" sz="1700" kern="1200" dirty="0"/>
        </a:p>
        <a:p>
          <a:pPr marL="0" lvl="0" indent="0" algn="just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Le </a:t>
          </a:r>
          <a:r>
            <a:rPr lang="fr-FR" sz="1700" kern="1200" dirty="0" err="1"/>
            <a:t>chatbot</a:t>
          </a:r>
          <a:r>
            <a:rPr lang="fr-FR" sz="1700" kern="1200" dirty="0"/>
            <a:t> a-t-il inventé des infos ? (hallucinations) </a:t>
          </a:r>
          <a:endParaRPr lang="en-US" sz="1700" kern="1200" dirty="0"/>
        </a:p>
        <a:p>
          <a:pPr marL="0" lvl="0" indent="0" algn="just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Est-ce que les affirmations dans la réponse sont vérifiables dans les </a:t>
          </a:r>
          <a:r>
            <a:rPr lang="fr-FR" sz="1700" kern="1200" dirty="0" err="1"/>
            <a:t>chunks</a:t>
          </a:r>
          <a:r>
            <a:rPr lang="fr-FR" sz="1700" kern="1200" dirty="0"/>
            <a:t> FAISS ?</a:t>
          </a:r>
          <a:endParaRPr lang="en-US" sz="1700" kern="1200" dirty="0"/>
        </a:p>
      </dsp:txBody>
      <dsp:txXfrm>
        <a:off x="770502" y="2422037"/>
        <a:ext cx="4315781" cy="1770767"/>
      </dsp:txXfrm>
    </dsp:sp>
    <dsp:sp modelId="{4B99EAF5-C956-4D19-BB70-5BCDF36DE01F}">
      <dsp:nvSpPr>
        <dsp:cNvPr id="0" name=""/>
        <dsp:cNvSpPr/>
      </dsp:nvSpPr>
      <dsp:spPr>
        <a:xfrm>
          <a:off x="7206970" y="0"/>
          <a:ext cx="1510523" cy="15105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8F2215-8E59-4CEB-A4C2-90D6C0482319}">
      <dsp:nvSpPr>
        <dsp:cNvPr id="0" name=""/>
        <dsp:cNvSpPr/>
      </dsp:nvSpPr>
      <dsp:spPr>
        <a:xfrm>
          <a:off x="5811766" y="1680136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2400" b="1" kern="1200" dirty="0" err="1"/>
            <a:t>Answer</a:t>
          </a:r>
          <a:r>
            <a:rPr lang="fr-FR" sz="2400" b="1" kern="1200" dirty="0"/>
            <a:t> </a:t>
          </a:r>
          <a:r>
            <a:rPr lang="fr-FR" sz="2400" b="1" kern="1200" dirty="0" err="1"/>
            <a:t>Relevancy</a:t>
          </a:r>
          <a:r>
            <a:rPr lang="fr-FR" sz="2400" b="1" kern="1200" dirty="0"/>
            <a:t> (Pertinence)</a:t>
          </a:r>
          <a:endParaRPr lang="en-US" sz="2400" kern="1200" dirty="0"/>
        </a:p>
      </dsp:txBody>
      <dsp:txXfrm>
        <a:off x="5811766" y="1680136"/>
        <a:ext cx="4315781" cy="647367"/>
      </dsp:txXfrm>
    </dsp:sp>
    <dsp:sp modelId="{94F27301-3478-4CC7-A67A-8D44E7D8C27E}">
      <dsp:nvSpPr>
        <dsp:cNvPr id="0" name=""/>
        <dsp:cNvSpPr/>
      </dsp:nvSpPr>
      <dsp:spPr>
        <a:xfrm>
          <a:off x="5841545" y="2740778"/>
          <a:ext cx="4315781" cy="1251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700" kern="1200" dirty="0"/>
            <a:t>Est-ce que la réponse répond bien à la question ?</a:t>
          </a:r>
          <a:endParaRPr lang="en-US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1700" kern="1200" dirty="0"/>
            <a:t>Mesure de similitude sémantique avec la réponse de référence (</a:t>
          </a:r>
          <a:r>
            <a:rPr lang="fr-FR" sz="1700" kern="1200" dirty="0" err="1"/>
            <a:t>ground</a:t>
          </a:r>
          <a:r>
            <a:rPr lang="fr-FR" sz="1700" kern="1200" dirty="0"/>
            <a:t> </a:t>
          </a:r>
          <a:r>
            <a:rPr lang="fr-FR" sz="1700" kern="1200" dirty="0" err="1"/>
            <a:t>truth</a:t>
          </a:r>
          <a:r>
            <a:rPr lang="fr-FR" sz="1700" kern="1200" dirty="0"/>
            <a:t>)</a:t>
          </a:r>
          <a:endParaRPr lang="en-US" sz="1700" kern="1200" dirty="0"/>
        </a:p>
      </dsp:txBody>
      <dsp:txXfrm>
        <a:off x="5841545" y="2740778"/>
        <a:ext cx="4315781" cy="1251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F4A8D-21B1-4159-8526-7236899DB376}" type="datetimeFigureOut">
              <a:rPr lang="fr-FR" smtClean="0"/>
              <a:t>26/12/2025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F2FE14-80C5-4B07-AFC3-D084851776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3620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2FE14-80C5-4B07-AFC3-D084851776E3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3816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2FE14-80C5-4B07-AFC3-D084851776E3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0659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BBFC8-65D8-61B1-6047-E701EE5C4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16C3660-BDD1-5856-2B64-C613F9626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1AA41F4-87BB-5D1B-2071-86B180D24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EA1D02-4FBE-FB5F-0188-8FBE6D1F8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2FE14-80C5-4B07-AFC3-D084851776E3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21810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2FE14-80C5-4B07-AFC3-D084851776E3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1832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2FE14-80C5-4B07-AFC3-D084851776E3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9002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2FE14-80C5-4B07-AFC3-D084851776E3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9666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2FE14-80C5-4B07-AFC3-D084851776E3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4861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9958D-C483-DF4C-ED99-782B38DD6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734EC8F-F034-58EF-A8E3-075DA645D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B8F93DD-AF8D-4F87-F642-CEC244C8F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C9777E-7087-DF3F-105B-623C89BAA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2FE14-80C5-4B07-AFC3-D084851776E3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40546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FFA8E-E8F9-F371-AF3A-DE4BF2BEB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5788C1B-9885-81BB-6362-00D7CF858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368546D-946C-2776-A69F-5EC8F42FC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C6CE81-2BBF-5180-F3F5-DE04BDD8A4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2FE14-80C5-4B07-AFC3-D084851776E3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7170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B5B-C4BB-0F9C-6187-7B888573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E106E94-D11A-26A6-4292-37250DA4E1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49B321-A9B6-F5B2-81ED-5CE153DD6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51CB-A706-4952-9EC1-5246A38FD839}" type="datetimeFigureOut">
              <a:rPr lang="fr-FR" smtClean="0"/>
              <a:t>26/12/2025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C10217-AEF2-EE49-1329-4655436BD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157890-8568-72E9-4023-A6190510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73AE9-5C1B-47F7-95E6-C4CC2F550A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2527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509BEA-23E6-33C5-9275-F2B8DF5AC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61A6B5-7A53-7A6B-C925-4F6F126F3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8163CB-4165-15CF-D519-350AFD643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51CB-A706-4952-9EC1-5246A38FD839}" type="datetimeFigureOut">
              <a:rPr lang="fr-FR" smtClean="0"/>
              <a:t>26/12/2025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4CC6D2-626C-BB73-0AA7-CFA2129CD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21BB0C-B365-12AB-4730-80AE9095C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73AE9-5C1B-47F7-95E6-C4CC2F550A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5213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C4C6B4-9809-6486-67FD-91FCCBFB5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AC327C8-DFD5-AC72-2082-766EC650A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987346-CECF-C991-9D64-365E5F978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51CB-A706-4952-9EC1-5246A38FD839}" type="datetimeFigureOut">
              <a:rPr lang="fr-FR" smtClean="0"/>
              <a:t>26/12/2025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6AFE83-8894-B1F7-6B5F-B77C31307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58351A-DF60-C64F-5B95-F0D4F776F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73AE9-5C1B-47F7-95E6-C4CC2F550A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4397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4F499F-3A6B-03BB-E898-B36077F58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2EA21D-9843-A2E7-77B7-4539C73C3C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6AEAF98-ADC7-09CC-13A4-ADC30D3CD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81307C5-0057-946D-CFC5-EC421CF34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51CB-A706-4952-9EC1-5246A38FD839}" type="datetimeFigureOut">
              <a:rPr lang="fr-FR" smtClean="0"/>
              <a:t>26/12/2025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30104F1-E936-16BC-021D-9028F646B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7A05663-10B4-EC8D-32E5-A99E66BF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73AE9-5C1B-47F7-95E6-C4CC2F550A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0710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7EC8F5-C839-5308-C40C-6BCA145B1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213FA80-A01F-325C-88DA-487B14144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8D8E3A1-92CB-351D-AE9F-65A24D32E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1A7E960-3D1D-6C30-43A7-33E648DD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0B5AC88-B60A-9AB1-770B-F6C1DFA868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AF927CE-1FD6-6D23-1112-64B28A0F7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51CB-A706-4952-9EC1-5246A38FD839}" type="datetimeFigureOut">
              <a:rPr lang="fr-FR" smtClean="0"/>
              <a:t>26/12/2025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F693417-DA26-66DC-D98A-94C582F58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2FDFCF9-E924-9AAA-2715-D54A853E1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73AE9-5C1B-47F7-95E6-C4CC2F550A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4841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8A003A-3C4A-D4E5-4FD6-48150B558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24EA496-D084-EF1E-CF16-BF9F8F7D0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51CB-A706-4952-9EC1-5246A38FD839}" type="datetimeFigureOut">
              <a:rPr lang="fr-FR" smtClean="0"/>
              <a:t>26/12/2025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E1D8DE4-9C1D-4805-830E-F5025FBBB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3B3AA54-C330-99DE-67CC-32B77E57D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73AE9-5C1B-47F7-95E6-C4CC2F550A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023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45DE4A6-F206-678C-55EC-B097A8104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51CB-A706-4952-9EC1-5246A38FD839}" type="datetimeFigureOut">
              <a:rPr lang="fr-FR" smtClean="0"/>
              <a:t>26/12/2025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2FE8406-5A98-D6CB-4E80-C13827EA2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4C97DA-CB3E-4F85-233A-FA0ACBAB8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73AE9-5C1B-47F7-95E6-C4CC2F550A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502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ABE2BE-3985-11D0-DDB3-41ED83D13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6B3E12-7D18-F1F3-83B2-650B70904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22848EE-B163-418D-B550-B5FBE330F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2BADE63-BB3C-BB27-E5C4-BDA385279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51CB-A706-4952-9EC1-5246A38FD839}" type="datetimeFigureOut">
              <a:rPr lang="fr-FR" smtClean="0"/>
              <a:t>26/12/2025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538479F-CD7A-D802-7F65-3A3FE16CE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14AD43C-DA74-2D14-709B-9EF2ECEA5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73AE9-5C1B-47F7-95E6-C4CC2F550A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748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492241-4A9F-90FC-97F1-DBB3CD05D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05FF56A-39C5-8ED7-6B12-445ADD41EF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2191C87-4207-122F-8E5B-BAE8D0C90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1A4D7EF-EC99-F97A-6E2F-9F25D7A2B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51CB-A706-4952-9EC1-5246A38FD839}" type="datetimeFigureOut">
              <a:rPr lang="fr-FR" smtClean="0"/>
              <a:t>26/12/2025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F6E8BC3-CDCB-4B6C-A9B6-040E7574C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9E81A71-43EE-7883-D8B0-B0911A21F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73AE9-5C1B-47F7-95E6-C4CC2F550A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0251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90F1E1-79FB-B4FB-64B9-8BEB7D487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5B78A15-2A9D-D6DC-4567-80BC343C49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7BBC8F-589C-481E-01AF-90998259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51CB-A706-4952-9EC1-5246A38FD839}" type="datetimeFigureOut">
              <a:rPr lang="fr-FR" smtClean="0"/>
              <a:t>26/12/2025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7A8F7D-1633-2AA7-CE86-5FB238597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EC5509-9908-F67D-4A01-59ED93FBD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73AE9-5C1B-47F7-95E6-C4CC2F550A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6042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FA83420-5DF7-9455-1136-F9B9799025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2012BCA-731B-4E01-8AB9-1C5CF57A9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E17986-112B-7B36-52CD-6218A5DFD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51CB-A706-4952-9EC1-5246A38FD839}" type="datetimeFigureOut">
              <a:rPr lang="fr-FR" smtClean="0"/>
              <a:t>26/12/2025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891F1E-AB85-C89F-2B81-466AA9692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9C114E-9533-F66B-DC9A-7E5D5E6AF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73AE9-5C1B-47F7-95E6-C4CC2F550A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4241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C909DC3-EC9E-CAA2-C67D-D36A5EAC2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50BF7B-6AE4-60A2-328C-C3A1ECAC5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5C73E9-A7F8-8BAE-093D-94BA6FCA6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D051CB-A706-4952-9EC1-5246A38FD839}" type="datetimeFigureOut">
              <a:rPr lang="fr-FR" smtClean="0"/>
              <a:t>26/12/2025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8ADE63-E9CB-87A9-148E-FFC51A9772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4535AC-7FE0-8710-54B9-4907300CE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673AE9-5C1B-47F7-95E6-C4CC2F550A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1889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5" name="Rectangle 104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3" name="Freeform: Shape 105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111289B-6E5C-A963-56A6-F408C4328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041" y="2767106"/>
            <a:ext cx="2880828" cy="3071906"/>
          </a:xfrm>
        </p:spPr>
        <p:txBody>
          <a:bodyPr anchor="t">
            <a:normAutofit/>
          </a:bodyPr>
          <a:lstStyle/>
          <a:p>
            <a:pPr algn="l"/>
            <a:r>
              <a:rPr lang="fr-FR" sz="3700">
                <a:solidFill>
                  <a:srgbClr val="FFFFFF"/>
                </a:solidFill>
              </a:rPr>
              <a:t>Cours 10: Evaluez les performances d’un LLM</a:t>
            </a:r>
          </a:p>
        </p:txBody>
      </p:sp>
      <p:pic>
        <p:nvPicPr>
          <p:cNvPr id="1026" name="Picture 2" descr="RAG chatbot : Definition, usefulness and implementation | Kairntech">
            <a:extLst>
              <a:ext uri="{FF2B5EF4-FFF2-40B4-BE49-F238E27FC236}">
                <a16:creationId xmlns:a16="http://schemas.microsoft.com/office/drawing/2014/main" id="{9ECD54E6-1130-1EC1-9C94-06CE63DFA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02428" y="773538"/>
            <a:ext cx="7225748" cy="5310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0421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10744-7BCB-B472-FD93-FAD57D843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70175C-547C-C51C-8D47-D1D449BAC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62"/>
            <a:ext cx="10515600" cy="1325563"/>
          </a:xfrm>
        </p:spPr>
        <p:txBody>
          <a:bodyPr/>
          <a:lstStyle/>
          <a:p>
            <a:r>
              <a:rPr lang="fr-FR" dirty="0"/>
              <a:t>Projet </a:t>
            </a:r>
            <a:r>
              <a:rPr lang="fr-FR" dirty="0" err="1"/>
              <a:t>Github</a:t>
            </a:r>
            <a:endParaRPr lang="fr-FR" dirty="0"/>
          </a:p>
        </p:txBody>
      </p:sp>
      <p:sp>
        <p:nvSpPr>
          <p:cNvPr id="22" name="Flèche : droite 21">
            <a:extLst>
              <a:ext uri="{FF2B5EF4-FFF2-40B4-BE49-F238E27FC236}">
                <a16:creationId xmlns:a16="http://schemas.microsoft.com/office/drawing/2014/main" id="{3DDA3F83-96FF-39F2-62C1-7B354EB594FF}"/>
              </a:ext>
            </a:extLst>
          </p:cNvPr>
          <p:cNvSpPr/>
          <p:nvPr/>
        </p:nvSpPr>
        <p:spPr>
          <a:xfrm>
            <a:off x="7470223" y="5227274"/>
            <a:ext cx="300715" cy="166977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140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88807A3-D15E-DB35-93DB-A051581D80AD}"/>
              </a:ext>
            </a:extLst>
          </p:cNvPr>
          <p:cNvSpPr txBox="1"/>
          <p:nvPr/>
        </p:nvSpPr>
        <p:spPr>
          <a:xfrm>
            <a:off x="7755236" y="5141486"/>
            <a:ext cx="3404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i="1" dirty="0"/>
              <a:t>Evaluation RAGAS, RAG optimisé </a:t>
            </a:r>
          </a:p>
        </p:txBody>
      </p:sp>
      <p:sp>
        <p:nvSpPr>
          <p:cNvPr id="24" name="Flèche : droite 23">
            <a:extLst>
              <a:ext uri="{FF2B5EF4-FFF2-40B4-BE49-F238E27FC236}">
                <a16:creationId xmlns:a16="http://schemas.microsoft.com/office/drawing/2014/main" id="{A0499179-2429-C761-5219-35AB61761D1D}"/>
              </a:ext>
            </a:extLst>
          </p:cNvPr>
          <p:cNvSpPr/>
          <p:nvPr/>
        </p:nvSpPr>
        <p:spPr>
          <a:xfrm>
            <a:off x="7485925" y="5563686"/>
            <a:ext cx="300715" cy="166977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140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A103D47-D62B-52C4-1147-4EA840F80FCF}"/>
              </a:ext>
            </a:extLst>
          </p:cNvPr>
          <p:cNvSpPr txBox="1"/>
          <p:nvPr/>
        </p:nvSpPr>
        <p:spPr>
          <a:xfrm>
            <a:off x="7770938" y="5477898"/>
            <a:ext cx="3404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i="1" dirty="0"/>
              <a:t>Evaluation RAGAS, RAG basal </a:t>
            </a:r>
          </a:p>
        </p:txBody>
      </p:sp>
      <p:sp>
        <p:nvSpPr>
          <p:cNvPr id="26" name="Flèche : droite 25">
            <a:extLst>
              <a:ext uri="{FF2B5EF4-FFF2-40B4-BE49-F238E27FC236}">
                <a16:creationId xmlns:a16="http://schemas.microsoft.com/office/drawing/2014/main" id="{5B3498DC-D403-CC0B-B7B5-BEAFC441E628}"/>
              </a:ext>
            </a:extLst>
          </p:cNvPr>
          <p:cNvSpPr/>
          <p:nvPr/>
        </p:nvSpPr>
        <p:spPr>
          <a:xfrm>
            <a:off x="7485925" y="3407527"/>
            <a:ext cx="300715" cy="166977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140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3A8157C5-4072-BD42-4AAC-42A79C4FFBDC}"/>
              </a:ext>
            </a:extLst>
          </p:cNvPr>
          <p:cNvSpPr txBox="1"/>
          <p:nvPr/>
        </p:nvSpPr>
        <p:spPr>
          <a:xfrm>
            <a:off x="7770938" y="3321739"/>
            <a:ext cx="3404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i="1" dirty="0"/>
              <a:t>Chat mistral, RAG optimisé </a:t>
            </a:r>
          </a:p>
        </p:txBody>
      </p:sp>
      <p:sp>
        <p:nvSpPr>
          <p:cNvPr id="28" name="Flèche : droite 27">
            <a:extLst>
              <a:ext uri="{FF2B5EF4-FFF2-40B4-BE49-F238E27FC236}">
                <a16:creationId xmlns:a16="http://schemas.microsoft.com/office/drawing/2014/main" id="{BCD0A268-56A2-CC06-A7F3-49825D3CC8ED}"/>
              </a:ext>
            </a:extLst>
          </p:cNvPr>
          <p:cNvSpPr/>
          <p:nvPr/>
        </p:nvSpPr>
        <p:spPr>
          <a:xfrm>
            <a:off x="7485925" y="3070044"/>
            <a:ext cx="300715" cy="166977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140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3D06EB6-6022-EFAB-179B-8112D92CEA79}"/>
              </a:ext>
            </a:extLst>
          </p:cNvPr>
          <p:cNvSpPr txBox="1"/>
          <p:nvPr/>
        </p:nvSpPr>
        <p:spPr>
          <a:xfrm>
            <a:off x="7770938" y="2984256"/>
            <a:ext cx="3404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i="1" dirty="0"/>
              <a:t>Chat mistral, RAG basal </a:t>
            </a:r>
          </a:p>
        </p:txBody>
      </p:sp>
      <p:sp>
        <p:nvSpPr>
          <p:cNvPr id="30" name="Flèche : droite 29">
            <a:extLst>
              <a:ext uri="{FF2B5EF4-FFF2-40B4-BE49-F238E27FC236}">
                <a16:creationId xmlns:a16="http://schemas.microsoft.com/office/drawing/2014/main" id="{16B42987-3674-C258-BD08-CB25670ADD37}"/>
              </a:ext>
            </a:extLst>
          </p:cNvPr>
          <p:cNvSpPr/>
          <p:nvPr/>
        </p:nvSpPr>
        <p:spPr>
          <a:xfrm>
            <a:off x="7482194" y="2455432"/>
            <a:ext cx="300715" cy="166977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140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7640EAD3-F144-590C-F6D9-80B383C58D7B}"/>
              </a:ext>
            </a:extLst>
          </p:cNvPr>
          <p:cNvSpPr txBox="1"/>
          <p:nvPr/>
        </p:nvSpPr>
        <p:spPr>
          <a:xfrm>
            <a:off x="7770938" y="2413895"/>
            <a:ext cx="3404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i="1" dirty="0"/>
              <a:t>DB SQL, Index </a:t>
            </a:r>
            <a:r>
              <a:rPr lang="fr-FR" sz="1200" i="1" dirty="0" err="1"/>
              <a:t>faiss</a:t>
            </a:r>
            <a:r>
              <a:rPr lang="fr-FR" sz="1200" i="1" dirty="0"/>
              <a:t> et </a:t>
            </a:r>
            <a:r>
              <a:rPr lang="fr-FR" sz="1200" i="1" dirty="0" err="1"/>
              <a:t>metadatas</a:t>
            </a:r>
            <a:endParaRPr lang="fr-FR" sz="1200" i="1" dirty="0"/>
          </a:p>
        </p:txBody>
      </p:sp>
      <p:sp>
        <p:nvSpPr>
          <p:cNvPr id="32" name="Flèche : droite 31">
            <a:extLst>
              <a:ext uri="{FF2B5EF4-FFF2-40B4-BE49-F238E27FC236}">
                <a16:creationId xmlns:a16="http://schemas.microsoft.com/office/drawing/2014/main" id="{54CF86EE-A417-B96D-415D-5573CA2D096C}"/>
              </a:ext>
            </a:extLst>
          </p:cNvPr>
          <p:cNvSpPr/>
          <p:nvPr/>
        </p:nvSpPr>
        <p:spPr>
          <a:xfrm>
            <a:off x="7476019" y="2140710"/>
            <a:ext cx="300715" cy="166977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140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85DFF1DF-8EBB-D171-A79E-6E7AEBE02CB5}"/>
              </a:ext>
            </a:extLst>
          </p:cNvPr>
          <p:cNvSpPr txBox="1"/>
          <p:nvPr/>
        </p:nvSpPr>
        <p:spPr>
          <a:xfrm>
            <a:off x="7792021" y="1990817"/>
            <a:ext cx="3851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i="1" dirty="0"/>
              <a:t>Config, </a:t>
            </a:r>
            <a:r>
              <a:rPr lang="fr-FR" sz="1200" i="1" dirty="0" err="1"/>
              <a:t>db</a:t>
            </a:r>
            <a:r>
              <a:rPr lang="fr-FR" sz="1200" i="1" dirty="0"/>
              <a:t> </a:t>
            </a:r>
            <a:r>
              <a:rPr lang="fr-FR" sz="1200" i="1" dirty="0" err="1"/>
              <a:t>creation</a:t>
            </a:r>
            <a:r>
              <a:rPr lang="fr-FR" sz="1200" i="1" dirty="0"/>
              <a:t>, </a:t>
            </a:r>
            <a:r>
              <a:rPr lang="fr-FR" sz="1200" i="1" dirty="0" err="1"/>
              <a:t>chunking</a:t>
            </a:r>
            <a:r>
              <a:rPr lang="fr-FR" sz="1200" i="1" dirty="0"/>
              <a:t>, </a:t>
            </a:r>
            <a:r>
              <a:rPr lang="fr-FR" sz="1200" i="1" dirty="0" err="1"/>
              <a:t>embedding</a:t>
            </a:r>
            <a:r>
              <a:rPr lang="fr-FR" sz="1200" i="1" dirty="0"/>
              <a:t> et </a:t>
            </a:r>
            <a:r>
              <a:rPr lang="fr-FR" sz="1200" i="1" dirty="0" err="1"/>
              <a:t>db</a:t>
            </a:r>
            <a:r>
              <a:rPr lang="fr-FR" sz="1200" i="1" dirty="0"/>
              <a:t> vectorielle</a:t>
            </a:r>
          </a:p>
        </p:txBody>
      </p:sp>
      <p:sp>
        <p:nvSpPr>
          <p:cNvPr id="34" name="Flèche : droite 33">
            <a:extLst>
              <a:ext uri="{FF2B5EF4-FFF2-40B4-BE49-F238E27FC236}">
                <a16:creationId xmlns:a16="http://schemas.microsoft.com/office/drawing/2014/main" id="{CD28A58D-9F5F-14FF-465C-E24B7E1601B4}"/>
              </a:ext>
            </a:extLst>
          </p:cNvPr>
          <p:cNvSpPr/>
          <p:nvPr/>
        </p:nvSpPr>
        <p:spPr>
          <a:xfrm>
            <a:off x="7470223" y="1847901"/>
            <a:ext cx="300715" cy="166977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140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4A4498C8-D024-FE50-98CD-B32998D91899}"/>
              </a:ext>
            </a:extLst>
          </p:cNvPr>
          <p:cNvSpPr txBox="1"/>
          <p:nvPr/>
        </p:nvSpPr>
        <p:spPr>
          <a:xfrm>
            <a:off x="7792021" y="1762112"/>
            <a:ext cx="3404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i="1" dirty="0"/>
              <a:t>Rapports textuels et stats xlsx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D705C1C-7354-9D99-59D0-F7B8B4774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19" y="970991"/>
            <a:ext cx="6926696" cy="5846008"/>
          </a:xfrm>
          <a:prstGeom prst="rect">
            <a:avLst/>
          </a:prstGeom>
        </p:spPr>
      </p:pic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267320C9-78AC-F390-E6FE-51C658FA52DF}"/>
              </a:ext>
            </a:extLst>
          </p:cNvPr>
          <p:cNvSpPr/>
          <p:nvPr/>
        </p:nvSpPr>
        <p:spPr>
          <a:xfrm>
            <a:off x="7482194" y="6242396"/>
            <a:ext cx="300715" cy="166977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140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271A078-3844-76E0-2E1C-C4AB34D87066}"/>
              </a:ext>
            </a:extLst>
          </p:cNvPr>
          <p:cNvSpPr txBox="1"/>
          <p:nvPr/>
        </p:nvSpPr>
        <p:spPr>
          <a:xfrm>
            <a:off x="7767207" y="6156608"/>
            <a:ext cx="3404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i="1" dirty="0"/>
              <a:t>requirements.txt (</a:t>
            </a:r>
            <a:r>
              <a:rPr lang="fr-FR" sz="1200" i="1" dirty="0" err="1"/>
              <a:t>mistralai</a:t>
            </a:r>
            <a:r>
              <a:rPr lang="fr-FR" sz="1200" i="1" dirty="0"/>
              <a:t> 1.10.0, compatible RAGAS 0.4.1) </a:t>
            </a:r>
          </a:p>
        </p:txBody>
      </p:sp>
    </p:spTree>
    <p:extLst>
      <p:ext uri="{BB962C8B-B14F-4D97-AF65-F5344CB8AC3E}">
        <p14:creationId xmlns:p14="http://schemas.microsoft.com/office/powerpoint/2010/main" val="1718875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785D4B-9C4F-0C00-987A-1797A2F78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006F803E-F67F-D97E-221F-97FE3A8D0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fr-FR" sz="4000" dirty="0">
                <a:solidFill>
                  <a:srgbClr val="FFFFFF"/>
                </a:solidFill>
              </a:rPr>
              <a:t>Pipeline système RAG</a:t>
            </a:r>
          </a:p>
        </p:txBody>
      </p:sp>
      <p:graphicFrame>
        <p:nvGraphicFramePr>
          <p:cNvPr id="8" name="Espace réservé du contenu 2">
            <a:extLst>
              <a:ext uri="{FF2B5EF4-FFF2-40B4-BE49-F238E27FC236}">
                <a16:creationId xmlns:a16="http://schemas.microsoft.com/office/drawing/2014/main" id="{D3DC2F21-5858-38A4-7C1E-E409FF80EF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8311146"/>
              </p:ext>
            </p:extLst>
          </p:nvPr>
        </p:nvGraphicFramePr>
        <p:xfrm>
          <a:off x="439894" y="2609205"/>
          <a:ext cx="507941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 2">
            <a:extLst>
              <a:ext uri="{FF2B5EF4-FFF2-40B4-BE49-F238E27FC236}">
                <a16:creationId xmlns:a16="http://schemas.microsoft.com/office/drawing/2014/main" id="{95CED770-C181-804F-7AC6-0E59B65F64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2403" y="3408111"/>
            <a:ext cx="5626499" cy="219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782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11BFD3-3A79-F105-3EC0-EDB91FBD5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E19E883-D388-2A3F-CDD9-FEE7F61A1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5200" kern="1200">
                <a:latin typeface="+mj-lt"/>
                <a:ea typeface="+mj-ea"/>
                <a:cs typeface="+mj-cs"/>
              </a:rPr>
              <a:t>RAGAS Evaluation</a:t>
            </a:r>
          </a:p>
        </p:txBody>
      </p:sp>
      <p:graphicFrame>
        <p:nvGraphicFramePr>
          <p:cNvPr id="7" name="ZoneTexte 2">
            <a:extLst>
              <a:ext uri="{FF2B5EF4-FFF2-40B4-BE49-F238E27FC236}">
                <a16:creationId xmlns:a16="http://schemas.microsoft.com/office/drawing/2014/main" id="{E100C80D-9C97-2D91-0879-0262E1C176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6149830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07776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A0D40B-B4AD-9682-5678-93CA4E697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22199E41-FBE1-D024-40D5-2C76CC4F2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729" y="349112"/>
            <a:ext cx="10044023" cy="877729"/>
          </a:xfrm>
        </p:spPr>
        <p:txBody>
          <a:bodyPr anchor="ctr">
            <a:normAutofit/>
          </a:bodyPr>
          <a:lstStyle/>
          <a:p>
            <a:r>
              <a:rPr lang="fr-FR" sz="4000" dirty="0">
                <a:solidFill>
                  <a:srgbClr val="FFFFFF"/>
                </a:solidFill>
              </a:rPr>
              <a:t>Evaluation du modèle</a:t>
            </a:r>
          </a:p>
        </p:txBody>
      </p:sp>
      <p:graphicFrame>
        <p:nvGraphicFramePr>
          <p:cNvPr id="4" name="Espace réservé du contenu 2">
            <a:extLst>
              <a:ext uri="{FF2B5EF4-FFF2-40B4-BE49-F238E27FC236}">
                <a16:creationId xmlns:a16="http://schemas.microsoft.com/office/drawing/2014/main" id="{1A75E24E-1C7C-3F41-A78C-42848828A9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377640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42260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F032F-E8B9-2C08-68F1-2AC82B396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04798838-3B2B-00C1-F762-8538A3E47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fr-FR" sz="4000" dirty="0"/>
              <a:t>Evaluation du modèle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6963F00-B42E-CADC-9CCB-D8D3B00805B5}"/>
              </a:ext>
            </a:extLst>
          </p:cNvPr>
          <p:cNvSpPr txBox="1"/>
          <p:nvPr/>
        </p:nvSpPr>
        <p:spPr>
          <a:xfrm>
            <a:off x="233681" y="1522824"/>
            <a:ext cx="5973832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</a:p>
          <a:p>
            <a:pPr>
              <a:lnSpc>
                <a:spcPts val="1425"/>
              </a:lnSpc>
              <a:buNone/>
            </a:pP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5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"question"</a:t>
            </a: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"Qui est le meilleur marqueur de la saison en nombre de points total et quel est son score ?"</a:t>
            </a: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5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5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ground_truths</a:t>
            </a:r>
            <a:r>
              <a:rPr lang="fr-FR" sz="105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fr-F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Shai</a:t>
            </a:r>
            <a:r>
              <a:rPr lang="fr-F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Gilgeous</a:t>
            </a:r>
            <a:r>
              <a:rPr lang="fr-F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-Alexander est le meilleur marqueur avec un total de 2485 points."</a:t>
            </a: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pPr>
              <a:lnSpc>
                <a:spcPts val="1425"/>
              </a:lnSpc>
              <a:buNone/>
            </a:pP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5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"question"</a:t>
            </a: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"Quelle équipe possède le plus grand nombre total de points marqués sur la saison ?"</a:t>
            </a: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5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5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ground_truths</a:t>
            </a:r>
            <a:r>
              <a:rPr lang="fr-FR" sz="105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fr-F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"Les Detroit Pistons (DET) possèdent le plus grand nombre de points total avec 10292 points."</a:t>
            </a: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pPr>
              <a:lnSpc>
                <a:spcPts val="1425"/>
              </a:lnSpc>
              <a:buNone/>
            </a:pP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5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"question"</a:t>
            </a: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"Quel est le pourcentage de réussite aux tirs et l'impacts de Nikola </a:t>
            </a:r>
            <a:r>
              <a:rPr lang="fr-FR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Jokić</a:t>
            </a:r>
            <a:r>
              <a:rPr lang="fr-F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?"</a:t>
            </a: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5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5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ground_truths</a:t>
            </a:r>
            <a:r>
              <a:rPr lang="fr-FR" sz="105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fr-F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"Nikola </a:t>
            </a:r>
            <a:r>
              <a:rPr lang="fr-FR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Jokić</a:t>
            </a:r>
            <a:r>
              <a:rPr lang="fr-F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a un pourcentage de réussite aux tirs de 57.6% et une estimation d'impact (PIE) de 20.6."</a:t>
            </a: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pPr>
              <a:lnSpc>
                <a:spcPts val="1425"/>
              </a:lnSpc>
              <a:buNone/>
            </a:pP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1425"/>
              </a:lnSpc>
              <a:buNone/>
            </a:pP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5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"question"</a:t>
            </a: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"Quelle est la température moyenne à Paris en plein mois de juillet ?"</a:t>
            </a: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5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5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ground_truths</a:t>
            </a:r>
            <a:r>
              <a:rPr lang="fr-FR" sz="105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fr-F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"Cette information n'est pas présente dans la base de données NBA. Je ne peux répondre qu'aux questions concernant les statistiques des joueurs et des équipes de basketball."</a:t>
            </a: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fr-F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5" name="Titre 5">
            <a:extLst>
              <a:ext uri="{FF2B5EF4-FFF2-40B4-BE49-F238E27FC236}">
                <a16:creationId xmlns:a16="http://schemas.microsoft.com/office/drawing/2014/main" id="{55014FCE-EA64-E4C7-B66E-481173A4B266}"/>
              </a:ext>
            </a:extLst>
          </p:cNvPr>
          <p:cNvSpPr txBox="1">
            <a:spLocks/>
          </p:cNvSpPr>
          <p:nvPr/>
        </p:nvSpPr>
        <p:spPr>
          <a:xfrm>
            <a:off x="1356729" y="349112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Evaluation du modèle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EE24144-0774-446F-88F3-DB7EC45320A2}"/>
              </a:ext>
            </a:extLst>
          </p:cNvPr>
          <p:cNvSpPr txBox="1"/>
          <p:nvPr/>
        </p:nvSpPr>
        <p:spPr>
          <a:xfrm>
            <a:off x="7040137" y="2967335"/>
            <a:ext cx="41705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4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3 dans le contexte du LLM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1 hors </a:t>
            </a:r>
            <a:r>
              <a:rPr lang="fr-FR" dirty="0" err="1"/>
              <a:t>contaxte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20302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2D7184D-BA7D-41A8-062F-B388D140C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fr-FR" sz="4000" dirty="0">
                <a:solidFill>
                  <a:srgbClr val="FFFFFF"/>
                </a:solidFill>
              </a:rPr>
              <a:t>Ajout base de données SQL 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62CDE974-ACD5-7E62-E787-E2ECFE7B5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4651" y="63500"/>
            <a:ext cx="7799194" cy="657519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sz="1400" b="1" dirty="0">
                <a:solidFill>
                  <a:schemeClr val="tx2"/>
                </a:solidFill>
              </a:rPr>
              <a:t>1. Nettoyage et Normalisation (ETL)</a:t>
            </a:r>
          </a:p>
          <a:p>
            <a:r>
              <a:rPr lang="fr-FR" sz="1400" dirty="0"/>
              <a:t>Lit « </a:t>
            </a:r>
            <a:r>
              <a:rPr lang="fr-FR" sz="1400" b="1" dirty="0" err="1"/>
              <a:t>regular</a:t>
            </a:r>
            <a:r>
              <a:rPr lang="fr-FR" sz="1400" b="1" dirty="0"/>
              <a:t> NBA.xlsx </a:t>
            </a:r>
            <a:r>
              <a:rPr lang="fr-FR" sz="1400" dirty="0"/>
              <a:t>» et nettoie les noms de colonnes.</a:t>
            </a:r>
          </a:p>
          <a:p>
            <a:r>
              <a:rPr lang="fr-FR" sz="1400" dirty="0"/>
              <a:t>Gère les noms de colonnes comme 3P% ou +/-^pour fonctionner avec SQL (fonction </a:t>
            </a:r>
            <a:r>
              <a:rPr lang="fr-FR" sz="1400" dirty="0" err="1"/>
              <a:t>clean_column_name</a:t>
            </a:r>
            <a:r>
              <a:rPr lang="fr-FR" sz="1400" dirty="0"/>
              <a:t>) </a:t>
            </a:r>
          </a:p>
          <a:p>
            <a:pPr marL="0" indent="0">
              <a:buNone/>
            </a:pPr>
            <a:endParaRPr lang="fr-FR" sz="1400" b="1" dirty="0"/>
          </a:p>
          <a:p>
            <a:pPr marL="0" indent="0">
              <a:buNone/>
            </a:pPr>
            <a:r>
              <a:rPr lang="fr-FR" sz="1400" b="1" dirty="0">
                <a:solidFill>
                  <a:schemeClr val="tx2"/>
                </a:solidFill>
              </a:rPr>
              <a:t>2. Validation des colonnes avec </a:t>
            </a:r>
            <a:r>
              <a:rPr lang="fr-FR" sz="1400" b="1" dirty="0" err="1">
                <a:solidFill>
                  <a:schemeClr val="tx2"/>
                </a:solidFill>
              </a:rPr>
              <a:t>Pydantic</a:t>
            </a:r>
            <a:endParaRPr lang="fr-FR" sz="1400" b="1" dirty="0">
              <a:solidFill>
                <a:schemeClr val="tx2"/>
              </a:solidFill>
            </a:endParaRPr>
          </a:p>
          <a:p>
            <a:r>
              <a:rPr lang="fr-FR" sz="1400" b="1" dirty="0" err="1"/>
              <a:t>Pydantic</a:t>
            </a:r>
            <a:r>
              <a:rPr lang="fr-FR" sz="1400" dirty="0"/>
              <a:t> (</a:t>
            </a:r>
            <a:r>
              <a:rPr lang="fr-FR" sz="1400" dirty="0" err="1"/>
              <a:t>create_model</a:t>
            </a:r>
            <a:r>
              <a:rPr lang="fr-FR" sz="1400" dirty="0"/>
              <a:t>) pour tester la validité des données.</a:t>
            </a:r>
          </a:p>
          <a:p>
            <a:r>
              <a:rPr lang="fr-FR" sz="1400" dirty="0"/>
              <a:t>Si ligne corrompue (ex : texte au lieu de entier) → ignorée.</a:t>
            </a:r>
          </a:p>
          <a:p>
            <a:endParaRPr lang="fr-FR" sz="1400" dirty="0"/>
          </a:p>
          <a:p>
            <a:pPr marL="0" indent="0">
              <a:buNone/>
            </a:pPr>
            <a:r>
              <a:rPr lang="fr-FR" sz="1400" b="1" dirty="0">
                <a:solidFill>
                  <a:schemeClr val="tx2"/>
                </a:solidFill>
              </a:rPr>
              <a:t>3. Structuration Relationnelle</a:t>
            </a:r>
          </a:p>
          <a:p>
            <a:pPr lvl="1"/>
            <a:r>
              <a:rPr lang="fr-FR" sz="1400" b="1" dirty="0"/>
              <a:t>teams</a:t>
            </a:r>
            <a:r>
              <a:rPr lang="fr-FR" sz="1400" dirty="0"/>
              <a:t> : Liste des équipes.</a:t>
            </a:r>
          </a:p>
          <a:p>
            <a:pPr lvl="1"/>
            <a:r>
              <a:rPr lang="fr-FR" sz="1400" b="1" dirty="0" err="1"/>
              <a:t>players</a:t>
            </a:r>
            <a:r>
              <a:rPr lang="fr-FR" sz="1400" dirty="0"/>
              <a:t> : Liste des joueurs (liés aux équipes).</a:t>
            </a:r>
          </a:p>
          <a:p>
            <a:pPr lvl="1"/>
            <a:r>
              <a:rPr lang="fr-FR" sz="1400" b="1" dirty="0"/>
              <a:t>stats</a:t>
            </a:r>
            <a:r>
              <a:rPr lang="fr-FR" sz="1400" dirty="0"/>
              <a:t> : Les chiffres bruts (liés aux joueurs via un </a:t>
            </a:r>
            <a:r>
              <a:rPr lang="fr-FR" sz="1400" dirty="0" err="1"/>
              <a:t>player_id</a:t>
            </a:r>
            <a:r>
              <a:rPr lang="fr-FR" sz="1400" dirty="0"/>
              <a:t>).</a:t>
            </a:r>
          </a:p>
          <a:p>
            <a:pPr lvl="1"/>
            <a:r>
              <a:rPr lang="fr-FR" sz="1400" b="1" dirty="0"/>
              <a:t>reports</a:t>
            </a:r>
            <a:r>
              <a:rPr lang="fr-FR" sz="1400" dirty="0"/>
              <a:t> : Un résumé des analyses (comme le Top 15 des joueurs).</a:t>
            </a:r>
          </a:p>
          <a:p>
            <a:pPr lvl="1"/>
            <a:endParaRPr lang="fr-FR" sz="1400" dirty="0"/>
          </a:p>
          <a:p>
            <a:pPr marL="0" indent="0">
              <a:buNone/>
            </a:pPr>
            <a:r>
              <a:rPr lang="fr-FR" sz="1400" b="1" dirty="0">
                <a:solidFill>
                  <a:schemeClr val="tx2"/>
                </a:solidFill>
              </a:rPr>
              <a:t>4. Automatisation</a:t>
            </a:r>
          </a:p>
          <a:p>
            <a:r>
              <a:rPr lang="fr-FR" sz="1400" dirty="0"/>
              <a:t>Supprime les anciennes tables si elles existent (DROP TABLE).</a:t>
            </a:r>
          </a:p>
          <a:p>
            <a:r>
              <a:rPr lang="fr-FR" sz="1400" dirty="0"/>
              <a:t>Création du nouveau schéma.</a:t>
            </a:r>
          </a:p>
          <a:p>
            <a:r>
              <a:rPr lang="fr-FR" sz="1400" dirty="0"/>
              <a:t>Traite les différentes feuilles de l'Excel (Données NBA, Equipe, Analyse).</a:t>
            </a:r>
          </a:p>
          <a:p>
            <a:r>
              <a:rPr lang="fr-FR" sz="1400" dirty="0"/>
              <a:t>Sauvegarde le tout dans le fichier </a:t>
            </a:r>
            <a:r>
              <a:rPr lang="fr-FR" sz="1400" i="1" dirty="0" err="1"/>
              <a:t>vector_db</a:t>
            </a:r>
            <a:r>
              <a:rPr lang="fr-FR" sz="1400" i="1" dirty="0"/>
              <a:t>/</a:t>
            </a:r>
            <a:r>
              <a:rPr lang="fr-FR" sz="1400" i="1" dirty="0" err="1"/>
              <a:t>nba_analytics.db</a:t>
            </a:r>
            <a:r>
              <a:rPr lang="fr-FR" sz="1400" dirty="0"/>
              <a:t>.</a:t>
            </a:r>
          </a:p>
          <a:p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685662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BC94BB2-C3FF-6371-C714-2F3A5DA8A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fr-FR" sz="4000">
                <a:solidFill>
                  <a:srgbClr val="FFFFFF"/>
                </a:solidFill>
              </a:rPr>
              <a:t>ChatBot optimisé avec la SQL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589572-1C8B-D0AF-F29B-6218B68B4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sz="1300" b="1" dirty="0"/>
              <a:t>1. Gestion des ressources et de l'état</a:t>
            </a:r>
          </a:p>
          <a:p>
            <a:pPr lvl="1"/>
            <a:r>
              <a:rPr lang="fr-FR" sz="1300" dirty="0"/>
              <a:t>charge le </a:t>
            </a:r>
            <a:r>
              <a:rPr lang="fr-FR" sz="1300" dirty="0" err="1"/>
              <a:t>VectorStoreManager</a:t>
            </a:r>
            <a:r>
              <a:rPr lang="fr-FR" sz="1300" dirty="0"/>
              <a:t> (FAISS) et le </a:t>
            </a:r>
            <a:r>
              <a:rPr lang="fr-FR" sz="1300" dirty="0" err="1"/>
              <a:t>nba_sql_tool</a:t>
            </a:r>
            <a:r>
              <a:rPr lang="fr-FR" sz="1300" dirty="0"/>
              <a:t> une seule fois au démarrage. </a:t>
            </a:r>
          </a:p>
          <a:p>
            <a:pPr lvl="1"/>
            <a:r>
              <a:rPr lang="fr-FR" sz="1300" dirty="0" err="1"/>
              <a:t>LangChain</a:t>
            </a:r>
            <a:r>
              <a:rPr lang="fr-FR" sz="1300" dirty="0"/>
              <a:t> &amp; Mistral AI utilisés pour transformer les données en phrases naturelles</a:t>
            </a:r>
          </a:p>
          <a:p>
            <a:endParaRPr lang="fr-FR" sz="1300" dirty="0"/>
          </a:p>
          <a:p>
            <a:pPr marL="0" indent="0">
              <a:buNone/>
            </a:pPr>
            <a:r>
              <a:rPr lang="fr-FR" sz="1300" b="1" dirty="0"/>
              <a:t>2. RAG</a:t>
            </a:r>
          </a:p>
          <a:p>
            <a:pPr lvl="1"/>
            <a:r>
              <a:rPr lang="fr-FR" sz="1300" dirty="0"/>
              <a:t>fonction </a:t>
            </a:r>
            <a:r>
              <a:rPr lang="fr-FR" sz="1300" b="1" dirty="0" err="1"/>
              <a:t>doit_utiliser_sql</a:t>
            </a:r>
            <a:r>
              <a:rPr lang="fr-FR" sz="1300" dirty="0"/>
              <a:t> : Si la question contient des mots-clés statistiques (pts, %, rebond), l'agent SQL interroge la base </a:t>
            </a:r>
            <a:r>
              <a:rPr lang="fr-FR" sz="1300" b="1" dirty="0" err="1"/>
              <a:t>nba_analytics.db</a:t>
            </a:r>
            <a:r>
              <a:rPr lang="fr-FR" sz="1300" b="1" dirty="0"/>
              <a:t> </a:t>
            </a:r>
            <a:r>
              <a:rPr lang="fr-FR" sz="1300" dirty="0"/>
              <a:t>et fusionne av données </a:t>
            </a:r>
            <a:r>
              <a:rPr lang="fr-FR" sz="1300" dirty="0" err="1"/>
              <a:t>pdf</a:t>
            </a:r>
            <a:r>
              <a:rPr lang="fr-FR" sz="1300" dirty="0"/>
              <a:t>. </a:t>
            </a:r>
          </a:p>
          <a:p>
            <a:pPr lvl="1"/>
            <a:r>
              <a:rPr lang="fr-FR" sz="1300" dirty="0"/>
              <a:t>Sinon, il interroge l'index FAISS pour trouver des paragraphes de texte dans vos PDF (</a:t>
            </a:r>
            <a:r>
              <a:rPr lang="fr-FR" sz="1300" dirty="0" err="1"/>
              <a:t>Reddit</a:t>
            </a:r>
            <a:r>
              <a:rPr lang="fr-FR" sz="1300" dirty="0"/>
              <a:t>, analyses).</a:t>
            </a:r>
          </a:p>
          <a:p>
            <a:endParaRPr lang="fr-FR" sz="1300" dirty="0"/>
          </a:p>
          <a:p>
            <a:pPr marL="0" indent="0">
              <a:buNone/>
            </a:pPr>
            <a:r>
              <a:rPr lang="fr-FR" sz="1300" b="1" dirty="0"/>
              <a:t>3. Interface Utilisateur </a:t>
            </a:r>
            <a:r>
              <a:rPr lang="fr-FR" sz="1300" b="1" dirty="0" err="1"/>
              <a:t>Streamlit</a:t>
            </a:r>
            <a:r>
              <a:rPr lang="fr-FR" sz="1300" b="1" dirty="0"/>
              <a:t> : </a:t>
            </a:r>
          </a:p>
          <a:p>
            <a:pPr lvl="1"/>
            <a:r>
              <a:rPr lang="fr-FR" sz="1300" dirty="0"/>
              <a:t>Utilise </a:t>
            </a:r>
            <a:r>
              <a:rPr lang="fr-FR" sz="1300" dirty="0" err="1"/>
              <a:t>st.chat_input</a:t>
            </a:r>
            <a:r>
              <a:rPr lang="fr-FR" sz="1300" dirty="0"/>
              <a:t> pour la saisie et </a:t>
            </a:r>
            <a:r>
              <a:rPr lang="fr-FR" sz="1300" dirty="0" err="1"/>
              <a:t>st.chat_message</a:t>
            </a:r>
            <a:r>
              <a:rPr lang="fr-FR" sz="1300" dirty="0"/>
              <a:t> pour afficher élégamment les bulles de discussion.</a:t>
            </a:r>
          </a:p>
          <a:p>
            <a:pPr lvl="1"/>
            <a:r>
              <a:rPr lang="fr-FR" sz="1300" dirty="0"/>
              <a:t>Feedback visuel : Utilise des indicateurs pour prévenir l'utilisateur que l'IA est en train de chercher dans la base SQL ou dans les documents.</a:t>
            </a:r>
          </a:p>
        </p:txBody>
      </p:sp>
    </p:spTree>
    <p:extLst>
      <p:ext uri="{BB962C8B-B14F-4D97-AF65-F5344CB8AC3E}">
        <p14:creationId xmlns:p14="http://schemas.microsoft.com/office/powerpoint/2010/main" val="645816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002D3A5-19BE-94B0-59A6-91E4882BE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fr-FR" sz="4000">
                <a:solidFill>
                  <a:srgbClr val="FFFFFF"/>
                </a:solidFill>
              </a:rPr>
              <a:t>Evaluation du modèle optimisé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5F6D5D-9798-7F9C-33D8-E56F7895C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7695" y="649480"/>
            <a:ext cx="7757398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sz="1300" dirty="0"/>
              <a:t>Script d'évaluation qui encapsule strictement la même logique métier que l'application de production (</a:t>
            </a:r>
            <a:r>
              <a:rPr lang="fr-FR" sz="1300" dirty="0" err="1"/>
              <a:t>Streamlit</a:t>
            </a:r>
            <a:r>
              <a:rPr lang="fr-FR" sz="1300" dirty="0"/>
              <a:t>) → scores obtenus (</a:t>
            </a:r>
            <a:r>
              <a:rPr lang="fr-FR" sz="1300" dirty="0" err="1"/>
              <a:t>Faithfulness</a:t>
            </a:r>
            <a:r>
              <a:rPr lang="fr-FR" sz="1300" dirty="0"/>
              <a:t>, </a:t>
            </a:r>
            <a:r>
              <a:rPr lang="fr-FR" sz="1300" dirty="0" err="1"/>
              <a:t>Recall</a:t>
            </a:r>
            <a:r>
              <a:rPr lang="fr-FR" sz="1300" dirty="0"/>
              <a:t>) reflètent l'expérience réelle de l'utilisateur final.</a:t>
            </a:r>
          </a:p>
          <a:p>
            <a:pPr marL="0" indent="0">
              <a:buNone/>
            </a:pPr>
            <a:endParaRPr lang="fr-FR" sz="1300" b="1" dirty="0"/>
          </a:p>
          <a:p>
            <a:pPr>
              <a:buAutoNum type="arabicPeriod"/>
            </a:pPr>
            <a:r>
              <a:rPr lang="fr-FR" sz="1300" b="1" dirty="0"/>
              <a:t>Pipeline :</a:t>
            </a:r>
            <a:r>
              <a:rPr lang="fr-FR" sz="1300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1300" dirty="0"/>
              <a:t>Détection SQL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1300" dirty="0"/>
              <a:t>Recherche FAISS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1300" dirty="0"/>
              <a:t>Génération Mistral</a:t>
            </a:r>
          </a:p>
          <a:p>
            <a:pPr marL="0" indent="0">
              <a:buNone/>
            </a:pPr>
            <a:endParaRPr lang="fr-FR" sz="1300" dirty="0"/>
          </a:p>
          <a:p>
            <a:pPr marL="0" indent="0">
              <a:buNone/>
            </a:pPr>
            <a:r>
              <a:rPr lang="fr-FR" sz="1300" b="1" dirty="0"/>
              <a:t>2. Intégration du routage intelligent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1300" dirty="0"/>
              <a:t>Le script reproduit la logique </a:t>
            </a:r>
            <a:r>
              <a:rPr lang="fr-FR" sz="1300" dirty="0" err="1"/>
              <a:t>doit_utiliser_sql</a:t>
            </a:r>
            <a:r>
              <a:rPr lang="fr-FR" sz="1300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1300" dirty="0"/>
              <a:t>Si question porte sur des statistiques, moteur SQL déclenché</a:t>
            </a:r>
          </a:p>
          <a:p>
            <a:endParaRPr lang="fr-FR" sz="1300" dirty="0"/>
          </a:p>
          <a:p>
            <a:pPr marL="0" indent="0">
              <a:buNone/>
            </a:pPr>
            <a:r>
              <a:rPr lang="fr-FR" sz="1300" b="1" dirty="0"/>
              <a:t>3. Validation </a:t>
            </a:r>
            <a:r>
              <a:rPr lang="fr-FR" sz="1300" b="1" dirty="0" err="1"/>
              <a:t>Pydandic</a:t>
            </a:r>
            <a:endParaRPr lang="fr-FR" sz="13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sz="1300" dirty="0" err="1"/>
              <a:t>RAGQuery</a:t>
            </a:r>
            <a:r>
              <a:rPr lang="fr-FR" sz="1300" dirty="0"/>
              <a:t> : format de la question avant envoi au LLM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1300" dirty="0" err="1"/>
              <a:t>NBAResponseValidation</a:t>
            </a:r>
            <a:r>
              <a:rPr lang="fr-FR" sz="1300" dirty="0"/>
              <a:t> : Vérifie réponse IA</a:t>
            </a:r>
          </a:p>
        </p:txBody>
      </p:sp>
    </p:spTree>
    <p:extLst>
      <p:ext uri="{BB962C8B-B14F-4D97-AF65-F5344CB8AC3E}">
        <p14:creationId xmlns:p14="http://schemas.microsoft.com/office/powerpoint/2010/main" val="3128882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D4F17-7B0F-3E4C-53E8-2131A934E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7765DE-C10D-CF9E-543A-2AE3DD601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307" y="1425486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fr-FR" sz="4000" dirty="0">
                <a:solidFill>
                  <a:srgbClr val="FFFFFF"/>
                </a:solidFill>
              </a:rPr>
              <a:t>Evaluation du modèle optimisé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D2F37A8B-18CA-0B12-5C55-48AB8CE77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829373"/>
              </p:ext>
            </p:extLst>
          </p:nvPr>
        </p:nvGraphicFramePr>
        <p:xfrm>
          <a:off x="123816" y="2265825"/>
          <a:ext cx="7482278" cy="1280963"/>
        </p:xfrm>
        <a:graphic>
          <a:graphicData uri="http://schemas.openxmlformats.org/drawingml/2006/table">
            <a:tbl>
              <a:tblPr/>
              <a:tblGrid>
                <a:gridCol w="5417130">
                  <a:extLst>
                    <a:ext uri="{9D8B030D-6E8A-4147-A177-3AD203B41FA5}">
                      <a16:colId xmlns:a16="http://schemas.microsoft.com/office/drawing/2014/main" val="4061980905"/>
                    </a:ext>
                  </a:extLst>
                </a:gridCol>
                <a:gridCol w="1009227">
                  <a:extLst>
                    <a:ext uri="{9D8B030D-6E8A-4147-A177-3AD203B41FA5}">
                      <a16:colId xmlns:a16="http://schemas.microsoft.com/office/drawing/2014/main" val="3106528971"/>
                    </a:ext>
                  </a:extLst>
                </a:gridCol>
                <a:gridCol w="1055921">
                  <a:extLst>
                    <a:ext uri="{9D8B030D-6E8A-4147-A177-3AD203B41FA5}">
                      <a16:colId xmlns:a16="http://schemas.microsoft.com/office/drawing/2014/main" val="1775203264"/>
                    </a:ext>
                  </a:extLst>
                </a:gridCol>
              </a:tblGrid>
              <a:tr h="2884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question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faithfulness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answer_relevancy</a:t>
                      </a:r>
                      <a:endParaRPr lang="fr-FR" sz="1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085065"/>
                  </a:ext>
                </a:extLst>
              </a:tr>
              <a:tr h="19849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Qui est le meilleur marqueur de la saison en nombre de points total et quel est son score ?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0,71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782452"/>
                  </a:ext>
                </a:extLst>
              </a:tr>
              <a:tr h="19849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Quelle équipe possède le plus grand nombre total de points marqués sur la saison ?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6304885"/>
                  </a:ext>
                </a:extLst>
              </a:tr>
              <a:tr h="19849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Quel est le pourcentage de réussite aux tirs et l'impacts de Nikola 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Jokic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?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0,29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645932"/>
                  </a:ext>
                </a:extLst>
              </a:tr>
              <a:tr h="19849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Quelle est la température moyenne à  Paris en plein mois de juillet ?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0,25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276447"/>
                  </a:ext>
                </a:extLst>
              </a:tr>
              <a:tr h="19849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MOYENNE GENERALE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0,69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717040"/>
                  </a:ext>
                </a:extLst>
              </a:tr>
            </a:tbl>
          </a:graphicData>
        </a:graphic>
      </p:graphicFrame>
      <p:pic>
        <p:nvPicPr>
          <p:cNvPr id="9" name="Image 8">
            <a:extLst>
              <a:ext uri="{FF2B5EF4-FFF2-40B4-BE49-F238E27FC236}">
                <a16:creationId xmlns:a16="http://schemas.microsoft.com/office/drawing/2014/main" id="{B995ED12-A828-62C6-51FB-36C8E2139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" y="4600155"/>
            <a:ext cx="7550730" cy="108484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7874CC7-1F99-52E3-FA82-8B0C6D4DA2DA}"/>
              </a:ext>
            </a:extLst>
          </p:cNvPr>
          <p:cNvSpPr txBox="1"/>
          <p:nvPr/>
        </p:nvSpPr>
        <p:spPr>
          <a:xfrm>
            <a:off x="8084496" y="3142279"/>
            <a:ext cx="2926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Hors domaine, invente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2CAD133-6817-984B-BEF0-B1D9BFC19FA0}"/>
              </a:ext>
            </a:extLst>
          </p:cNvPr>
          <p:cNvSpPr txBox="1"/>
          <p:nvPr/>
        </p:nvSpPr>
        <p:spPr>
          <a:xfrm>
            <a:off x="8084496" y="2935985"/>
            <a:ext cx="3906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Répond à la question, mais invente des chiffres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206AD4-CABA-29DF-3456-FA99F088DD81}"/>
              </a:ext>
            </a:extLst>
          </p:cNvPr>
          <p:cNvSpPr txBox="1"/>
          <p:nvPr/>
        </p:nvSpPr>
        <p:spPr>
          <a:xfrm>
            <a:off x="8084496" y="2717513"/>
            <a:ext cx="3906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Honnête, mais n’a pas compris la question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3FFCEBD-4C23-816D-7B0C-A08E955A3E39}"/>
              </a:ext>
            </a:extLst>
          </p:cNvPr>
          <p:cNvSpPr txBox="1"/>
          <p:nvPr/>
        </p:nvSpPr>
        <p:spPr>
          <a:xfrm>
            <a:off x="8084496" y="5295775"/>
            <a:ext cx="2382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/>
              <a:t>Hors domaine, n’invente pas</a:t>
            </a:r>
          </a:p>
        </p:txBody>
      </p:sp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527ACE93-7B96-FE3D-207F-34DD428130B5}"/>
              </a:ext>
            </a:extLst>
          </p:cNvPr>
          <p:cNvSpPr/>
          <p:nvPr/>
        </p:nvSpPr>
        <p:spPr>
          <a:xfrm>
            <a:off x="7775785" y="2805651"/>
            <a:ext cx="241665" cy="106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8DD00E22-2BCB-6FF0-2BC6-5770A033B335}"/>
              </a:ext>
            </a:extLst>
          </p:cNvPr>
          <p:cNvSpPr/>
          <p:nvPr/>
        </p:nvSpPr>
        <p:spPr>
          <a:xfrm>
            <a:off x="7788769" y="3208600"/>
            <a:ext cx="241665" cy="106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E2896851-77E0-F422-0A4C-52398BD216CB}"/>
              </a:ext>
            </a:extLst>
          </p:cNvPr>
          <p:cNvSpPr/>
          <p:nvPr/>
        </p:nvSpPr>
        <p:spPr>
          <a:xfrm>
            <a:off x="7788768" y="3012771"/>
            <a:ext cx="241665" cy="106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00BA1B21-BDBE-F82E-ED71-FF5663BE650A}"/>
              </a:ext>
            </a:extLst>
          </p:cNvPr>
          <p:cNvSpPr/>
          <p:nvPr/>
        </p:nvSpPr>
        <p:spPr>
          <a:xfrm>
            <a:off x="7842831" y="5381043"/>
            <a:ext cx="241665" cy="106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69C5E0C-4A91-49AB-DF97-FBFD3BE7F023}"/>
              </a:ext>
            </a:extLst>
          </p:cNvPr>
          <p:cNvSpPr txBox="1"/>
          <p:nvPr/>
        </p:nvSpPr>
        <p:spPr>
          <a:xfrm>
            <a:off x="2201328" y="4230823"/>
            <a:ext cx="3619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66DB25"/>
                </a:solidFill>
              </a:rPr>
              <a:t>Modèle OPTIMISÉ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2D87BE8-DA1C-3B47-BBCD-14D018B38158}"/>
              </a:ext>
            </a:extLst>
          </p:cNvPr>
          <p:cNvSpPr txBox="1"/>
          <p:nvPr/>
        </p:nvSpPr>
        <p:spPr>
          <a:xfrm>
            <a:off x="2201327" y="1701590"/>
            <a:ext cx="3619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tx2"/>
                </a:solidFill>
              </a:rPr>
              <a:t>Modèle NON OPTIMISÉ</a:t>
            </a:r>
          </a:p>
        </p:txBody>
      </p:sp>
      <p:sp>
        <p:nvSpPr>
          <p:cNvPr id="5" name="Titre 5">
            <a:extLst>
              <a:ext uri="{FF2B5EF4-FFF2-40B4-BE49-F238E27FC236}">
                <a16:creationId xmlns:a16="http://schemas.microsoft.com/office/drawing/2014/main" id="{787EFAA8-2811-B996-2EB7-BBA22931121A}"/>
              </a:ext>
            </a:extLst>
          </p:cNvPr>
          <p:cNvSpPr txBox="1">
            <a:spLocks/>
          </p:cNvSpPr>
          <p:nvPr/>
        </p:nvSpPr>
        <p:spPr>
          <a:xfrm>
            <a:off x="1356729" y="349112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Résultats Modèle </a:t>
            </a:r>
            <a:r>
              <a:rPr lang="fr-FR" sz="4000" b="1" dirty="0"/>
              <a:t>Optimisé</a:t>
            </a:r>
            <a:r>
              <a:rPr lang="fr-FR" sz="4000" dirty="0"/>
              <a:t> VS </a:t>
            </a:r>
            <a:r>
              <a:rPr lang="fr-FR" sz="4000" b="1" dirty="0"/>
              <a:t>Non Optimisé</a:t>
            </a:r>
          </a:p>
        </p:txBody>
      </p:sp>
    </p:spTree>
    <p:extLst>
      <p:ext uri="{BB962C8B-B14F-4D97-AF65-F5344CB8AC3E}">
        <p14:creationId xmlns:p14="http://schemas.microsoft.com/office/powerpoint/2010/main" val="4074786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EE952-5553-8D77-2115-0FBAA2C9E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re 5">
            <a:extLst>
              <a:ext uri="{FF2B5EF4-FFF2-40B4-BE49-F238E27FC236}">
                <a16:creationId xmlns:a16="http://schemas.microsoft.com/office/drawing/2014/main" id="{45871C52-59D2-3AB3-D551-AC5BD6613FA4}"/>
              </a:ext>
            </a:extLst>
          </p:cNvPr>
          <p:cNvSpPr txBox="1">
            <a:spLocks/>
          </p:cNvSpPr>
          <p:nvPr/>
        </p:nvSpPr>
        <p:spPr>
          <a:xfrm>
            <a:off x="282321" y="2804276"/>
            <a:ext cx="3473962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Démonstration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l’application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33B28B0C-38C8-C848-0FF0-C40A170FD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485" y="301244"/>
            <a:ext cx="6161679" cy="625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9863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chau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17180</TotalTime>
  <Words>1038</Words>
  <Application>Microsoft Office PowerPoint</Application>
  <PresentationFormat>Grand écran</PresentationFormat>
  <Paragraphs>142</Paragraphs>
  <Slides>11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Aptos Narrow</vt:lpstr>
      <vt:lpstr>Arial</vt:lpstr>
      <vt:lpstr>Consolas</vt:lpstr>
      <vt:lpstr>Wingdings</vt:lpstr>
      <vt:lpstr>Thème Office</vt:lpstr>
      <vt:lpstr>Cours 10: Evaluez les performances d’un LLM</vt:lpstr>
      <vt:lpstr>Projet Github</vt:lpstr>
      <vt:lpstr>Pipeline système RAG</vt:lpstr>
      <vt:lpstr>RAGAS Evaluation</vt:lpstr>
      <vt:lpstr>Evaluation du modèle</vt:lpstr>
      <vt:lpstr>Evaluation du modèle</vt:lpstr>
      <vt:lpstr>Ajout base de données SQL </vt:lpstr>
      <vt:lpstr>ChatBot optimisé avec la SQL</vt:lpstr>
      <vt:lpstr>Evaluation du modèle optimisé</vt:lpstr>
      <vt:lpstr>Evaluation du modèle optimisé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SCHOLLER - SGE</dc:creator>
  <cp:lastModifiedBy>Victor SCHOLLER - SGE</cp:lastModifiedBy>
  <cp:revision>356</cp:revision>
  <dcterms:created xsi:type="dcterms:W3CDTF">2025-08-11T09:03:06Z</dcterms:created>
  <dcterms:modified xsi:type="dcterms:W3CDTF">2025-12-26T13:07:22Z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92cd22e-666d-4194-b794-51699fbd785c_Enabled">
    <vt:lpwstr>true</vt:lpwstr>
  </property>
  <property fmtid="{D5CDD505-2E9C-101B-9397-08002B2CF9AE}" pid="3" name="MSIP_Label_092cd22e-666d-4194-b794-51699fbd785c_SetDate">
    <vt:lpwstr>2025-08-11T09:03:10Z</vt:lpwstr>
  </property>
  <property fmtid="{D5CDD505-2E9C-101B-9397-08002B2CF9AE}" pid="4" name="MSIP_Label_092cd22e-666d-4194-b794-51699fbd785c_Method">
    <vt:lpwstr>Privileged</vt:lpwstr>
  </property>
  <property fmtid="{D5CDD505-2E9C-101B-9397-08002B2CF9AE}" pid="5" name="MSIP_Label_092cd22e-666d-4194-b794-51699fbd785c_Name">
    <vt:lpwstr>PUBLIC</vt:lpwstr>
  </property>
  <property fmtid="{D5CDD505-2E9C-101B-9397-08002B2CF9AE}" pid="6" name="MSIP_Label_092cd22e-666d-4194-b794-51699fbd785c_SiteId">
    <vt:lpwstr>b1a7639e-6f68-471f-a534-787509510be4</vt:lpwstr>
  </property>
  <property fmtid="{D5CDD505-2E9C-101B-9397-08002B2CF9AE}" pid="7" name="MSIP_Label_092cd22e-666d-4194-b794-51699fbd785c_ActionId">
    <vt:lpwstr>c5e1031b-948d-41e7-941d-0cd8daeef254</vt:lpwstr>
  </property>
  <property fmtid="{D5CDD505-2E9C-101B-9397-08002B2CF9AE}" pid="8" name="MSIP_Label_092cd22e-666d-4194-b794-51699fbd785c_ContentBits">
    <vt:lpwstr>0</vt:lpwstr>
  </property>
  <property fmtid="{D5CDD505-2E9C-101B-9397-08002B2CF9AE}" pid="9" name="MSIP_Label_092cd22e-666d-4194-b794-51699fbd785c_Tag">
    <vt:lpwstr>10, 0, 1, 1</vt:lpwstr>
  </property>
</Properties>
</file>